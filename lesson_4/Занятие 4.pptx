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308" r:id="rId2"/>
    <p:sldId id="319" r:id="rId3"/>
    <p:sldId id="358" r:id="rId4"/>
    <p:sldId id="347" r:id="rId5"/>
    <p:sldId id="359" r:id="rId6"/>
    <p:sldId id="361" r:id="rId7"/>
    <p:sldId id="363" r:id="rId8"/>
    <p:sldId id="364" r:id="rId9"/>
    <p:sldId id="365" r:id="rId10"/>
    <p:sldId id="360" r:id="rId11"/>
    <p:sldId id="362" r:id="rId12"/>
    <p:sldId id="343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12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94" autoAdjust="0"/>
    <p:restoredTop sz="77959"/>
  </p:normalViewPr>
  <p:slideViewPr>
    <p:cSldViewPr snapToGrid="0">
      <p:cViewPr varScale="1">
        <p:scale>
          <a:sx n="98" d="100"/>
          <a:sy n="98" d="100"/>
        </p:scale>
        <p:origin x="1784" y="192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245EE-3F3A-D84E-9B98-0B620E298721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7571FC-E455-DB48-8A8B-806C134DD6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5311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 этого студенты прошли:</a:t>
            </a:r>
          </a:p>
          <a:p>
            <a:pPr lvl="0"/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Эволюцию архитектур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зачем появились разные подходы.</a:t>
            </a:r>
          </a:p>
          <a:p>
            <a:pPr lvl="0"/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Компоненты Data Platform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какие блоки существуют и за что отвечают.</a:t>
            </a:r>
          </a:p>
          <a:p>
            <a:pPr lvl="0"/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Бизнес-архитектуру ритейла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какие домены, процессы и данные есть в компании.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Теперь переходим от: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«Какие данные нужны бизнесу?»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к: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«Где конкретно эти данные находятся и как их получить?»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integration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начинается не с выбора инструмента. Сначала нужно понять, где рождаются данные, кто за них отвечает, как они изменяются и какие требования предъявляются к их доставке. Только после этого выбирается механизм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ingestion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571FC-E455-DB48-8A8B-806C134DD6C7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8478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Какие данные нужны?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rtl="0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rt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продажи;</a:t>
            </a:r>
          </a:p>
          <a:p>
            <a:pPr lvl="0" rt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товары;</a:t>
            </a:r>
          </a:p>
          <a:p>
            <a:pPr lvl="0" rt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магазины;</a:t>
            </a:r>
          </a:p>
          <a:p>
            <a:pPr lvl="0" rt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остатки;</a:t>
            </a:r>
          </a:p>
          <a:p>
            <a:pPr lvl="0" rt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цены;</a:t>
            </a:r>
          </a:p>
          <a:p>
            <a:pPr lvl="0" rt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заказы;</a:t>
            </a:r>
          </a:p>
          <a:p>
            <a:pPr lvl="0" rt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клиенты.</a:t>
            </a:r>
          </a:p>
          <a:p>
            <a:br>
              <a:rPr lang="ru-RU" dirty="0"/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здесь появляется проблема: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Бизнес говорит сущностями и показателями, а источники организованы вокруг операционных систем.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одна из основных задач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architect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ru-RU" dirty="0"/>
            </a:b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571FC-E455-DB48-8A8B-806C134DD6C7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93492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20C83-5CC4-AD90-E0CB-F014A0151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8F46824-0191-4ED9-CCFF-772EAC93BE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70B4549-3C59-8DE9-A45F-122ABE1B45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F1E1481-D307-5099-8FAB-15B5FCCD5D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571FC-E455-DB48-8A8B-806C134DD6C7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55591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важный момент.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Домен: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Sales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Источник: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 Sales может существовать сразу в нескольких системах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Например,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e-commerce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может показывать цену, но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master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price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хранится в ERP.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571FC-E455-DB48-8A8B-806C134DD6C7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62465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1F4D0-343E-FD6C-F940-D5A175F59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1E5677C-CEE3-28B4-6DCB-54B1C87567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2D02E94-FB99-D19F-71FB-619ECCD899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>
                <a:effectLst/>
              </a:rPr>
              <a:t>Это уже не просто таблица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orders</a:t>
            </a:r>
            <a:r>
              <a:rPr lang="ru-RU" dirty="0">
                <a:effectLst/>
              </a:rPr>
              <a:t>.</a:t>
            </a:r>
          </a:p>
          <a:p>
            <a:r>
              <a:rPr lang="ru-RU" dirty="0">
                <a:effectLst/>
              </a:rPr>
              <a:t>Это поток событий</a:t>
            </a:r>
            <a:endParaRPr lang="en-US" dirty="0">
              <a:effectLst/>
            </a:endParaRPr>
          </a:p>
          <a:p>
            <a:endParaRPr lang="ru-RU" dirty="0">
              <a:effectLst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04CD6E5-CF28-DFC3-C2D9-F27DF25D9A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571FC-E455-DB48-8A8B-806C134DD6C7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18791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B01C2-04CC-4F81-18F5-EA0452F7B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15FAE29-475C-C697-086C-E0DC625D7D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EC53F1F-4A73-F543-7D1D-A0F7C7D431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Проблемы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API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0" rtl="0"/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limit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pPr lvl="0" rtl="0"/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pagination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pPr lvl="0" rtl="0"/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timeout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pPr lvl="0" rt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availability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pPr lvl="0" rt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отсутствие исторических данных.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rtl="0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Проблемы:</a:t>
            </a:r>
          </a:p>
          <a:p>
            <a:pPr lvl="0" rt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разные форматы;</a:t>
            </a:r>
          </a:p>
          <a:p>
            <a:pPr lvl="0" rt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неправильная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schema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pPr lvl="0" rt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дубли;</a:t>
            </a:r>
          </a:p>
          <a:p>
            <a:pPr lvl="0" rt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пропущенные строки;</a:t>
            </a:r>
          </a:p>
          <a:p>
            <a:pPr lvl="0" rt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изменение структуры файла.</a:t>
            </a:r>
          </a:p>
          <a:p>
            <a:pPr lvl="0" rtl="0"/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A13E274-DF1F-7E53-ED86-AF0ABD1A40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571FC-E455-DB48-8A8B-806C134DD6C7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71157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E79EC-D87B-EF64-2CEA-10910294E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0D59979-FBC8-52F8-8C44-D0FE711867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96CA101-BDD1-C48C-B87C-776F1BC70D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Нельзя выбрать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ingestion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только по желаемой свежести. Нужно учитывать возможности и ограничения источника.</a:t>
            </a:r>
          </a:p>
          <a:p>
            <a:endParaRPr lang="ru-RU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Full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load</a:t>
            </a:r>
            <a:endParaRPr lang="ru-RU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Каждый день: Source ───────────► Platform 100 млн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Incremental</a:t>
            </a:r>
            <a:endParaRPr lang="ru-RU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 млн строк </a:t>
            </a:r>
          </a:p>
          <a:p>
            <a:pPr rt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</a:t>
            </a:r>
          </a:p>
          <a:p>
            <a:pPr rt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│ только новые/изменённые </a:t>
            </a:r>
          </a:p>
          <a:p>
            <a:pPr rt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▼ </a:t>
            </a:r>
          </a:p>
          <a:p>
            <a:pPr rt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 тыс.</a:t>
            </a:r>
          </a:p>
          <a:p>
            <a:pPr rtl="0"/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 что произойдёт с удалённой строкой?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60A218C-724E-277D-EA48-DE388AF9A1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571FC-E455-DB48-8A8B-806C134DD6C7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79779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7EEB7-B494-AAC6-88F3-72F5C16C7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85823A7-F312-6198-BA17-BBDC362559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BA369C9-E4C5-F612-6B35-7FD0936481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CDC – Change Data Capture.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 изменилось в БД с момента последнего чтения?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поток изменений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Преимущества:</a:t>
            </a:r>
          </a:p>
          <a:p>
            <a:pPr lvl="0" rt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видим изменения;</a:t>
            </a:r>
          </a:p>
          <a:p>
            <a:pPr lvl="0" rt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можно передавать DELETE;</a:t>
            </a:r>
          </a:p>
          <a:p>
            <a:pPr lvl="0" rt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низкая задержка;</a:t>
            </a:r>
          </a:p>
          <a:p>
            <a:pPr lvl="0" rt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меньше нагрузки на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чем регулярный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full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0" rtl="0"/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Недостатки:</a:t>
            </a:r>
          </a:p>
          <a:p>
            <a:pPr lvl="0" rt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сложнее;</a:t>
            </a:r>
          </a:p>
          <a:p>
            <a:pPr lvl="0" rt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нужно понимать порядок событий;</a:t>
            </a:r>
          </a:p>
          <a:p>
            <a:pPr lvl="0" rt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нужно обрабатывать повторную доставку;</a:t>
            </a:r>
          </a:p>
          <a:p>
            <a:pPr lvl="0" rt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нужен контроль состояния.</a:t>
            </a:r>
          </a:p>
          <a:p>
            <a:br>
              <a:rPr lang="ru-RU" dirty="0"/>
            </a:b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A4A6082-CAA9-3FA8-C8E1-71369E9562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571FC-E455-DB48-8A8B-806C134DD6C7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34337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4EEC3-4423-A035-14F8-D2832C593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5E7A94C-1E81-E0B4-5EA1-0CE81C0BA3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F59C6EB-A3C7-F7F0-17C4-E68C83DBCE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Какая цена правильная?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Нужно определить 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Record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«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это единственный источник правды. Все остальные системы — это копии и пересчеты. Если копия разошлась с оригиналом — верь оригиналу».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System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Record</a:t>
            </a:r>
            <a:endParaRPr lang="ru-RU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Определение: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Система-источник правды. Это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единственное место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где данные считаются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официально верными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каноническими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в компании.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Признаки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Первичность.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Данные рождаются здесь, а не копируются извне.</a:t>
            </a:r>
          </a:p>
          <a:p>
            <a:pPr lvl="0"/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Авторитетность.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Если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отчет разошлись — прав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0"/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Владение.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У системы есть бизнес-владелец, отвечающий за качество.</a:t>
            </a:r>
          </a:p>
          <a:p>
            <a:pPr lvl="0"/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Транзакционность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Изменения фиксируются атомарно (ACID).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 определить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</a:t>
            </a:r>
            <a:endParaRPr lang="ru-RU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Задайте 3 вопроса: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Вопрос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«да» — это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Где данные появляются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впервые?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Там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где их создают, а не копируют.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Куда идут спорные вопросы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бизнеса?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«Сверимся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системой X» — X и есть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Кто владелец и несет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ответственность?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Есть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назначенный владелец данных.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Сущность</a:t>
            </a:r>
          </a:p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Товары,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цены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ERP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PostgreSQL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ClickHouse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витрины</a:t>
            </a:r>
          </a:p>
          <a:p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Чеки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-система кассS3, Silver-слой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Клиенты,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бонусы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CRM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/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Loyalty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(PG)Дашборд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Grafana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0418568-79DC-178E-CE03-D9A2B9D356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571FC-E455-DB48-8A8B-806C134DD6C7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77102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9AAFB-8DC0-C509-8DBF-1988D87CC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84640FB-CDFC-9177-C12E-B65211CDB0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FF69E17-EBBF-D7FC-3114-643D6D0FBC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1A5194F-496A-F120-89AD-F2E306CB98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571FC-E455-DB48-8A8B-806C134DD6C7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34664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46C2F-22D0-397A-1737-2D42D5080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B2E20A4-5E0A-5696-B3CB-D24659CC4D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C1BC17A-3A2F-537A-DB85-2E771BC800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6FEE38-0983-F5E6-B88C-33120CCDF4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571FC-E455-DB48-8A8B-806C134DD6C7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275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97C251-B465-4FF8-A812-4ECD161BEE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D8151A4-F330-4E10-8695-4C1FF089C5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D2D968-3622-43AC-B226-62C394D2D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9CA7D3-C901-429A-8E3B-97DF053A4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01D31A-2740-467A-827C-45A86D648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330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1C55B1-7DDA-4F6A-9931-1C3177357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9374F9-C481-40D7-B46E-0261D8734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27CD40-2293-45C2-A0E3-DEC52D4A7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AE42F0-CA8D-4356-949A-9F4399A7C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6D2A51-CBD2-4962-9181-2D0AD9B3A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4618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50B30D-BA90-48B2-B440-BC81221BB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F5EB078-BCED-4686-BDAD-C5AA0FB3A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EE4915-D978-404F-A248-63CCE5CBB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F0CD8A-DE91-47BA-8964-CB4EC87D8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DD9E78-05AD-4ADE-B436-3DFE7502A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4627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178775-9249-4F14-BA57-AEF203F8A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00B8EF-3E1F-4740-9D3B-06A26F09F6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F060022-10A0-459E-AB5C-5DB3D83C7A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D38F033-3CA0-43D9-AB3D-E83EF9577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0E03CE7-0797-4A79-A1CA-4736D735B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4C25EC0-68F6-437F-B203-D32E1D536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2333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6F9291-4116-448F-8065-056443190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E9DFA7B-FE1F-48B3-83BD-152189853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DEE5118-6FF3-4EA6-BC6A-1947257302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8A2C2F7-E8B9-4E44-BFC8-F64063A0FC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F29E984-D6EB-48E8-BA31-BE96690554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648E210-E622-48D1-9EF1-AFD26774D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7150A65-93E0-4480-9DA2-F5F60E263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828701C-BA3A-42DD-AE5B-278B55A8D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2872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C34A5D-C1C2-428D-B7C7-E0ED5578A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90CF78C-5E8C-4A80-8896-88926904F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C64503-1361-4876-8279-9097B5AAA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E48345F-638C-4D70-8637-E8D1D52BC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2186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5A3B6EB-BA9F-4AD9-8933-91B89A35F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A1644AD-D895-4852-B45D-D1A348074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46B988E-9790-4555-9967-0402DE0DF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4966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6E663E-3301-47FF-A8F3-490B8C0A3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562C35-4D2A-49B8-8316-39082C9DF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608B285-2D92-4AF5-84BE-520ABFB79C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0B6D66-8077-4474-9457-4D7462A82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C38A0DC-BB2B-4A81-8614-64A4A04FA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C5865B8-075E-41BB-96F2-45AC3F277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3942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EECE28-839E-4FB7-8103-15A9DE5BC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39F89EC-5BE5-47E9-8641-5E2F0FF372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188CF5A-8E29-4411-8CE1-F4A614FF0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C5028B4-EA56-4F8F-ACE5-2FB5F4D9A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BE50120-01C8-4038-960B-27B41136D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A7ECAD6-BE94-4290-AE75-4EE49D456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5802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3C96D8-7D76-49E6-96C2-4834707E0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A974CA6-D8AD-453C-845F-862C1E7C8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68AECB-A37F-46CD-AED8-3CA9A9102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90D99A-B43E-4E96-9C7B-B4EB9A573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E30E95-AA5C-46C2-B37C-87A086BC2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4107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74AA2B5-027A-4B0B-9782-570E154143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98164C4-69FB-42DD-B6F7-91D53F545A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7F951F2-81C9-4DAD-9559-442B89D05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1A546F-1B56-4C79-8FE4-3B51887C3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057E2F-7E6A-4122-BAD2-F6514C39C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24020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 1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Группа 60">
            <a:extLst>
              <a:ext uri="{FF2B5EF4-FFF2-40B4-BE49-F238E27FC236}">
                <a16:creationId xmlns:a16="http://schemas.microsoft.com/office/drawing/2014/main" id="{C73BE9EB-9D0C-429A-4501-0A91A8DFCC89}"/>
              </a:ext>
            </a:extLst>
          </p:cNvPr>
          <p:cNvGrpSpPr/>
          <p:nvPr userDrawn="1"/>
        </p:nvGrpSpPr>
        <p:grpSpPr>
          <a:xfrm>
            <a:off x="161640" y="184702"/>
            <a:ext cx="11920621" cy="6483119"/>
            <a:chOff x="184790" y="219427"/>
            <a:chExt cx="11920621" cy="6483119"/>
          </a:xfrm>
          <a:solidFill>
            <a:srgbClr val="FFFFFF">
              <a:alpha val="10000"/>
            </a:srgbClr>
          </a:solidFill>
        </p:grpSpPr>
        <p:sp>
          <p:nvSpPr>
            <p:cNvPr id="62" name="Полилиния 61">
              <a:extLst>
                <a:ext uri="{FF2B5EF4-FFF2-40B4-BE49-F238E27FC236}">
                  <a16:creationId xmlns:a16="http://schemas.microsoft.com/office/drawing/2014/main" id="{E62EBB97-30DB-522E-5F28-5727509B18D4}"/>
                </a:ext>
              </a:extLst>
            </p:cNvPr>
            <p:cNvSpPr/>
            <p:nvPr/>
          </p:nvSpPr>
          <p:spPr>
            <a:xfrm>
              <a:off x="184790" y="225819"/>
              <a:ext cx="744829" cy="760073"/>
            </a:xfrm>
            <a:custGeom>
              <a:avLst/>
              <a:gdLst>
                <a:gd name="connsiteX0" fmla="*/ 371088 w 744829"/>
                <a:gd name="connsiteY0" fmla="*/ 674184 h 760073"/>
                <a:gd name="connsiteX1" fmla="*/ 744830 w 744829"/>
                <a:gd name="connsiteY1" fmla="*/ 417522 h 760073"/>
                <a:gd name="connsiteX2" fmla="*/ 744830 w 744829"/>
                <a:gd name="connsiteY2" fmla="*/ 760074 h 760073"/>
                <a:gd name="connsiteX3" fmla="*/ 351952 w 744829"/>
                <a:gd name="connsiteY3" fmla="*/ 760074 h 760073"/>
                <a:gd name="connsiteX4" fmla="*/ 351967 w 744829"/>
                <a:gd name="connsiteY4" fmla="*/ 759985 h 760073"/>
                <a:gd name="connsiteX5" fmla="*/ 0 w 744829"/>
                <a:gd name="connsiteY5" fmla="*/ 759985 h 760073"/>
                <a:gd name="connsiteX6" fmla="*/ 0 w 744829"/>
                <a:gd name="connsiteY6" fmla="*/ 0 h 760073"/>
                <a:gd name="connsiteX7" fmla="*/ 371088 w 744829"/>
                <a:gd name="connsiteY7" fmla="*/ 0 h 760073"/>
                <a:gd name="connsiteX8" fmla="*/ 371088 w 744829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9" h="760073">
                  <a:moveTo>
                    <a:pt x="371088" y="674184"/>
                  </a:moveTo>
                  <a:cubicBezTo>
                    <a:pt x="423959" y="524922"/>
                    <a:pt x="571310" y="417522"/>
                    <a:pt x="744830" y="417522"/>
                  </a:cubicBezTo>
                  <a:lnTo>
                    <a:pt x="744830" y="760074"/>
                  </a:lnTo>
                  <a:lnTo>
                    <a:pt x="351952" y="760074"/>
                  </a:lnTo>
                  <a:cubicBezTo>
                    <a:pt x="351955" y="760044"/>
                    <a:pt x="351964" y="760015"/>
                    <a:pt x="351967" y="759985"/>
                  </a:cubicBezTo>
                  <a:lnTo>
                    <a:pt x="0" y="759985"/>
                  </a:lnTo>
                  <a:lnTo>
                    <a:pt x="0" y="0"/>
                  </a:lnTo>
                  <a:lnTo>
                    <a:pt x="371088" y="0"/>
                  </a:lnTo>
                  <a:lnTo>
                    <a:pt x="371088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3" name="Полилиния 62">
              <a:extLst>
                <a:ext uri="{FF2B5EF4-FFF2-40B4-BE49-F238E27FC236}">
                  <a16:creationId xmlns:a16="http://schemas.microsoft.com/office/drawing/2014/main" id="{5C1F3CB1-CF88-F613-9297-A0BEF890A268}"/>
                </a:ext>
              </a:extLst>
            </p:cNvPr>
            <p:cNvSpPr/>
            <p:nvPr/>
          </p:nvSpPr>
          <p:spPr>
            <a:xfrm>
              <a:off x="1187639" y="225819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4" name="Полилиния 63">
              <a:extLst>
                <a:ext uri="{FF2B5EF4-FFF2-40B4-BE49-F238E27FC236}">
                  <a16:creationId xmlns:a16="http://schemas.microsoft.com/office/drawing/2014/main" id="{E6834127-9B89-5765-5D9D-F600A6D3A40E}"/>
                </a:ext>
              </a:extLst>
            </p:cNvPr>
            <p:cNvSpPr/>
            <p:nvPr/>
          </p:nvSpPr>
          <p:spPr>
            <a:xfrm>
              <a:off x="2008703" y="225819"/>
              <a:ext cx="742199" cy="759999"/>
            </a:xfrm>
            <a:custGeom>
              <a:avLst/>
              <a:gdLst>
                <a:gd name="connsiteX0" fmla="*/ 742199 w 742199"/>
                <a:gd name="connsiteY0" fmla="*/ 760000 h 759999"/>
                <a:gd name="connsiteX1" fmla="*/ 0 w 742199"/>
                <a:gd name="connsiteY1" fmla="*/ 760000 h 759999"/>
                <a:gd name="connsiteX2" fmla="*/ 0 w 742199"/>
                <a:gd name="connsiteY2" fmla="*/ 0 h 759999"/>
                <a:gd name="connsiteX3" fmla="*/ 371100 w 742199"/>
                <a:gd name="connsiteY3" fmla="*/ 380014 h 759999"/>
                <a:gd name="connsiteX4" fmla="*/ 742199 w 742199"/>
                <a:gd name="connsiteY4" fmla="*/ 0 h 759999"/>
                <a:gd name="connsiteX5" fmla="*/ 742199 w 742199"/>
                <a:gd name="connsiteY5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9">
                  <a:moveTo>
                    <a:pt x="742199" y="760000"/>
                  </a:moveTo>
                  <a:lnTo>
                    <a:pt x="0" y="760000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199" y="0"/>
                  </a:lnTo>
                  <a:lnTo>
                    <a:pt x="742199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5" name="Полилиния 64">
              <a:extLst>
                <a:ext uri="{FF2B5EF4-FFF2-40B4-BE49-F238E27FC236}">
                  <a16:creationId xmlns:a16="http://schemas.microsoft.com/office/drawing/2014/main" id="{6FFA0BD2-3B7D-EEEB-EE75-921845AEF646}"/>
                </a:ext>
              </a:extLst>
            </p:cNvPr>
            <p:cNvSpPr/>
            <p:nvPr/>
          </p:nvSpPr>
          <p:spPr>
            <a:xfrm>
              <a:off x="2978588" y="219427"/>
              <a:ext cx="761373" cy="766364"/>
            </a:xfrm>
            <a:custGeom>
              <a:avLst/>
              <a:gdLst>
                <a:gd name="connsiteX0" fmla="*/ 399916 w 761373"/>
                <a:gd name="connsiteY0" fmla="*/ 75099 h 766364"/>
                <a:gd name="connsiteX1" fmla="*/ 700208 w 761373"/>
                <a:gd name="connsiteY1" fmla="*/ 75099 h 766364"/>
                <a:gd name="connsiteX2" fmla="*/ 701422 w 761373"/>
                <a:gd name="connsiteY2" fmla="*/ 436749 h 766364"/>
                <a:gd name="connsiteX3" fmla="*/ 380670 w 761373"/>
                <a:gd name="connsiteY3" fmla="*/ 766364 h 766364"/>
                <a:gd name="connsiteX4" fmla="*/ 59963 w 761373"/>
                <a:gd name="connsiteY4" fmla="*/ 436763 h 766364"/>
                <a:gd name="connsiteX5" fmla="*/ 61177 w 761373"/>
                <a:gd name="connsiteY5" fmla="*/ 75099 h 766364"/>
                <a:gd name="connsiteX6" fmla="*/ 361469 w 761373"/>
                <a:gd name="connsiteY6" fmla="*/ 75099 h 766364"/>
                <a:gd name="connsiteX7" fmla="*/ 380685 w 761373"/>
                <a:gd name="connsiteY7" fmla="*/ 98340 h 766364"/>
                <a:gd name="connsiteX8" fmla="*/ 399916 w 761373"/>
                <a:gd name="connsiteY8" fmla="*/ 75099 h 766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64">
                  <a:moveTo>
                    <a:pt x="399916" y="75099"/>
                  </a:moveTo>
                  <a:cubicBezTo>
                    <a:pt x="482685" y="-25019"/>
                    <a:pt x="617394" y="-25019"/>
                    <a:pt x="700208" y="75099"/>
                  </a:cubicBezTo>
                  <a:cubicBezTo>
                    <a:pt x="781292" y="173186"/>
                    <a:pt x="781823" y="328663"/>
                    <a:pt x="701422" y="436749"/>
                  </a:cubicBezTo>
                  <a:cubicBezTo>
                    <a:pt x="621037" y="544837"/>
                    <a:pt x="380670" y="766364"/>
                    <a:pt x="380670" y="766364"/>
                  </a:cubicBezTo>
                  <a:cubicBezTo>
                    <a:pt x="380670" y="766364"/>
                    <a:pt x="140363" y="544864"/>
                    <a:pt x="59963" y="436763"/>
                  </a:cubicBezTo>
                  <a:cubicBezTo>
                    <a:pt x="-20453" y="328663"/>
                    <a:pt x="-19922" y="173185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0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6" name="Полилиния 65">
              <a:extLst>
                <a:ext uri="{FF2B5EF4-FFF2-40B4-BE49-F238E27FC236}">
                  <a16:creationId xmlns:a16="http://schemas.microsoft.com/office/drawing/2014/main" id="{60682232-AFD9-4A5C-BBBB-530B2ABBC710}"/>
                </a:ext>
              </a:extLst>
            </p:cNvPr>
            <p:cNvSpPr/>
            <p:nvPr/>
          </p:nvSpPr>
          <p:spPr>
            <a:xfrm>
              <a:off x="3952450" y="232211"/>
              <a:ext cx="717534" cy="740825"/>
            </a:xfrm>
            <a:custGeom>
              <a:avLst/>
              <a:gdLst>
                <a:gd name="connsiteX0" fmla="*/ 717534 w 717534"/>
                <a:gd name="connsiteY0" fmla="*/ 370412 h 740825"/>
                <a:gd name="connsiteX1" fmla="*/ 327887 w 717534"/>
                <a:gd name="connsiteY1" fmla="*/ 740825 h 740825"/>
                <a:gd name="connsiteX2" fmla="*/ 327887 w 717534"/>
                <a:gd name="connsiteY2" fmla="*/ 554427 h 740825"/>
                <a:gd name="connsiteX3" fmla="*/ 0 w 717534"/>
                <a:gd name="connsiteY3" fmla="*/ 554427 h 740825"/>
                <a:gd name="connsiteX4" fmla="*/ 0 w 717534"/>
                <a:gd name="connsiteY4" fmla="*/ 185288 h 740825"/>
                <a:gd name="connsiteX5" fmla="*/ 327887 w 717534"/>
                <a:gd name="connsiteY5" fmla="*/ 185288 h 740825"/>
                <a:gd name="connsiteX6" fmla="*/ 327887 w 717534"/>
                <a:gd name="connsiteY6" fmla="*/ 0 h 740825"/>
                <a:gd name="connsiteX7" fmla="*/ 717534 w 717534"/>
                <a:gd name="connsiteY7" fmla="*/ 370412 h 74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25">
                  <a:moveTo>
                    <a:pt x="717534" y="370412"/>
                  </a:moveTo>
                  <a:lnTo>
                    <a:pt x="327887" y="740825"/>
                  </a:lnTo>
                  <a:lnTo>
                    <a:pt x="327887" y="554427"/>
                  </a:lnTo>
                  <a:lnTo>
                    <a:pt x="0" y="554427"/>
                  </a:lnTo>
                  <a:lnTo>
                    <a:pt x="0" y="185288"/>
                  </a:lnTo>
                  <a:lnTo>
                    <a:pt x="327887" y="185288"/>
                  </a:lnTo>
                  <a:lnTo>
                    <a:pt x="327887" y="0"/>
                  </a:lnTo>
                  <a:lnTo>
                    <a:pt x="717534" y="370412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7" name="Полилиния 66">
              <a:extLst>
                <a:ext uri="{FF2B5EF4-FFF2-40B4-BE49-F238E27FC236}">
                  <a16:creationId xmlns:a16="http://schemas.microsoft.com/office/drawing/2014/main" id="{ACF28A60-0398-1038-8C50-E1F3AC57E734}"/>
                </a:ext>
              </a:extLst>
            </p:cNvPr>
            <p:cNvSpPr/>
            <p:nvPr/>
          </p:nvSpPr>
          <p:spPr>
            <a:xfrm>
              <a:off x="4836948" y="223925"/>
              <a:ext cx="765058" cy="763669"/>
            </a:xfrm>
            <a:custGeom>
              <a:avLst/>
              <a:gdLst>
                <a:gd name="connsiteX0" fmla="*/ 382529 w 765058"/>
                <a:gd name="connsiteY0" fmla="*/ 0 h 763669"/>
                <a:gd name="connsiteX1" fmla="*/ 765058 w 765058"/>
                <a:gd name="connsiteY1" fmla="*/ 381834 h 763669"/>
                <a:gd name="connsiteX2" fmla="*/ 382529 w 765058"/>
                <a:gd name="connsiteY2" fmla="*/ 763669 h 763669"/>
                <a:gd name="connsiteX3" fmla="*/ 0 w 765058"/>
                <a:gd name="connsiteY3" fmla="*/ 381834 h 763669"/>
                <a:gd name="connsiteX4" fmla="*/ 382529 w 765058"/>
                <a:gd name="connsiteY4" fmla="*/ 0 h 763669"/>
                <a:gd name="connsiteX5" fmla="*/ 542663 w 765058"/>
                <a:gd name="connsiteY5" fmla="*/ 442704 h 763669"/>
                <a:gd name="connsiteX6" fmla="*/ 538170 w 765058"/>
                <a:gd name="connsiteY6" fmla="*/ 453017 h 763669"/>
                <a:gd name="connsiteX7" fmla="*/ 515083 w 765058"/>
                <a:gd name="connsiteY7" fmla="*/ 487181 h 763669"/>
                <a:gd name="connsiteX8" fmla="*/ 386339 w 765058"/>
                <a:gd name="connsiteY8" fmla="*/ 538670 h 763669"/>
                <a:gd name="connsiteX9" fmla="*/ 252495 w 765058"/>
                <a:gd name="connsiteY9" fmla="*/ 489578 h 763669"/>
                <a:gd name="connsiteX10" fmla="*/ 222623 w 765058"/>
                <a:gd name="connsiteY10" fmla="*/ 456420 h 763669"/>
                <a:gd name="connsiteX11" fmla="*/ 216036 w 765058"/>
                <a:gd name="connsiteY11" fmla="*/ 446330 h 763669"/>
                <a:gd name="connsiteX12" fmla="*/ 214776 w 765058"/>
                <a:gd name="connsiteY12" fmla="*/ 444125 h 763669"/>
                <a:gd name="connsiteX13" fmla="*/ 214715 w 765058"/>
                <a:gd name="connsiteY13" fmla="*/ 443977 h 763669"/>
                <a:gd name="connsiteX14" fmla="*/ 214746 w 765058"/>
                <a:gd name="connsiteY14" fmla="*/ 444095 h 763669"/>
                <a:gd name="connsiteX15" fmla="*/ 214791 w 765058"/>
                <a:gd name="connsiteY15" fmla="*/ 444169 h 763669"/>
                <a:gd name="connsiteX16" fmla="*/ 214807 w 765058"/>
                <a:gd name="connsiteY16" fmla="*/ 444199 h 763669"/>
                <a:gd name="connsiteX17" fmla="*/ 209980 w 765058"/>
                <a:gd name="connsiteY17" fmla="*/ 447187 h 763669"/>
                <a:gd name="connsiteX18" fmla="*/ 142147 w 765058"/>
                <a:gd name="connsiteY18" fmla="*/ 488467 h 763669"/>
                <a:gd name="connsiteX19" fmla="*/ 137320 w 765058"/>
                <a:gd name="connsiteY19" fmla="*/ 491441 h 763669"/>
                <a:gd name="connsiteX20" fmla="*/ 137335 w 765058"/>
                <a:gd name="connsiteY20" fmla="*/ 491500 h 763669"/>
                <a:gd name="connsiteX21" fmla="*/ 137396 w 765058"/>
                <a:gd name="connsiteY21" fmla="*/ 491605 h 763669"/>
                <a:gd name="connsiteX22" fmla="*/ 137517 w 765058"/>
                <a:gd name="connsiteY22" fmla="*/ 491841 h 763669"/>
                <a:gd name="connsiteX23" fmla="*/ 137836 w 765058"/>
                <a:gd name="connsiteY23" fmla="*/ 492478 h 763669"/>
                <a:gd name="connsiteX24" fmla="*/ 138777 w 765058"/>
                <a:gd name="connsiteY24" fmla="*/ 494223 h 763669"/>
                <a:gd name="connsiteX25" fmla="*/ 141813 w 765058"/>
                <a:gd name="connsiteY25" fmla="*/ 499594 h 763669"/>
                <a:gd name="connsiteX26" fmla="*/ 152893 w 765058"/>
                <a:gd name="connsiteY26" fmla="*/ 516624 h 763669"/>
                <a:gd name="connsiteX27" fmla="*/ 197032 w 765058"/>
                <a:gd name="connsiteY27" fmla="*/ 565761 h 763669"/>
                <a:gd name="connsiteX28" fmla="*/ 386339 w 765058"/>
                <a:gd name="connsiteY28" fmla="*/ 636367 h 763669"/>
                <a:gd name="connsiteX29" fmla="*/ 577983 w 765058"/>
                <a:gd name="connsiteY29" fmla="*/ 555937 h 763669"/>
                <a:gd name="connsiteX30" fmla="*/ 616081 w 765058"/>
                <a:gd name="connsiteY30" fmla="*/ 499432 h 763669"/>
                <a:gd name="connsiteX31" fmla="*/ 624535 w 765058"/>
                <a:gd name="connsiteY31" fmla="*/ 479857 h 763669"/>
                <a:gd name="connsiteX32" fmla="*/ 626721 w 765058"/>
                <a:gd name="connsiteY32" fmla="*/ 473627 h 763669"/>
                <a:gd name="connsiteX33" fmla="*/ 627374 w 765058"/>
                <a:gd name="connsiteY33" fmla="*/ 471571 h 763669"/>
                <a:gd name="connsiteX34" fmla="*/ 627601 w 765058"/>
                <a:gd name="connsiteY34" fmla="*/ 470816 h 763669"/>
                <a:gd name="connsiteX35" fmla="*/ 627693 w 765058"/>
                <a:gd name="connsiteY35" fmla="*/ 470521 h 763669"/>
                <a:gd name="connsiteX36" fmla="*/ 627708 w 765058"/>
                <a:gd name="connsiteY36" fmla="*/ 470388 h 763669"/>
                <a:gd name="connsiteX37" fmla="*/ 627738 w 765058"/>
                <a:gd name="connsiteY37" fmla="*/ 470329 h 763669"/>
                <a:gd name="connsiteX38" fmla="*/ 622471 w 765058"/>
                <a:gd name="connsiteY38" fmla="*/ 468464 h 763669"/>
                <a:gd name="connsiteX39" fmla="*/ 548582 w 765058"/>
                <a:gd name="connsiteY39" fmla="*/ 442763 h 763669"/>
                <a:gd name="connsiteX40" fmla="*/ 543315 w 765058"/>
                <a:gd name="connsiteY40" fmla="*/ 440900 h 763669"/>
                <a:gd name="connsiteX41" fmla="*/ 543330 w 765058"/>
                <a:gd name="connsiteY41" fmla="*/ 440840 h 763669"/>
                <a:gd name="connsiteX42" fmla="*/ 543361 w 765058"/>
                <a:gd name="connsiteY42" fmla="*/ 440751 h 763669"/>
                <a:gd name="connsiteX43" fmla="*/ 543406 w 765058"/>
                <a:gd name="connsiteY43" fmla="*/ 440589 h 763669"/>
                <a:gd name="connsiteX44" fmla="*/ 542663 w 765058"/>
                <a:gd name="connsiteY44" fmla="*/ 442704 h 763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9">
                  <a:moveTo>
                    <a:pt x="382529" y="0"/>
                  </a:moveTo>
                  <a:cubicBezTo>
                    <a:pt x="593799" y="2"/>
                    <a:pt x="765058" y="170956"/>
                    <a:pt x="765058" y="381834"/>
                  </a:cubicBezTo>
                  <a:cubicBezTo>
                    <a:pt x="765058" y="592711"/>
                    <a:pt x="593799" y="763668"/>
                    <a:pt x="382529" y="763669"/>
                  </a:cubicBezTo>
                  <a:cubicBezTo>
                    <a:pt x="171274" y="763669"/>
                    <a:pt x="0" y="592713"/>
                    <a:pt x="0" y="381834"/>
                  </a:cubicBezTo>
                  <a:cubicBezTo>
                    <a:pt x="0" y="170955"/>
                    <a:pt x="171274" y="0"/>
                    <a:pt x="382529" y="0"/>
                  </a:cubicBezTo>
                  <a:close/>
                  <a:moveTo>
                    <a:pt x="542663" y="442704"/>
                  </a:moveTo>
                  <a:cubicBezTo>
                    <a:pt x="541843" y="444899"/>
                    <a:pt x="540386" y="448493"/>
                    <a:pt x="538170" y="453017"/>
                  </a:cubicBezTo>
                  <a:cubicBezTo>
                    <a:pt x="533722" y="462115"/>
                    <a:pt x="526361" y="474616"/>
                    <a:pt x="515083" y="487181"/>
                  </a:cubicBezTo>
                  <a:cubicBezTo>
                    <a:pt x="493408" y="511321"/>
                    <a:pt x="454779" y="538670"/>
                    <a:pt x="386339" y="538670"/>
                  </a:cubicBezTo>
                  <a:cubicBezTo>
                    <a:pt x="322650" y="538670"/>
                    <a:pt x="279634" y="513634"/>
                    <a:pt x="252495" y="489578"/>
                  </a:cubicBezTo>
                  <a:cubicBezTo>
                    <a:pt x="238712" y="477365"/>
                    <a:pt x="228877" y="465233"/>
                    <a:pt x="222623" y="456420"/>
                  </a:cubicBezTo>
                  <a:cubicBezTo>
                    <a:pt x="219512" y="452032"/>
                    <a:pt x="217326" y="448520"/>
                    <a:pt x="216036" y="446330"/>
                  </a:cubicBezTo>
                  <a:cubicBezTo>
                    <a:pt x="215399" y="445246"/>
                    <a:pt x="214989" y="444495"/>
                    <a:pt x="214776" y="444125"/>
                  </a:cubicBezTo>
                  <a:lnTo>
                    <a:pt x="214715" y="443977"/>
                  </a:lnTo>
                  <a:cubicBezTo>
                    <a:pt x="214731" y="444007"/>
                    <a:pt x="214731" y="444052"/>
                    <a:pt x="214746" y="444095"/>
                  </a:cubicBezTo>
                  <a:cubicBezTo>
                    <a:pt x="214761" y="444118"/>
                    <a:pt x="214791" y="444143"/>
                    <a:pt x="214791" y="444169"/>
                  </a:cubicBezTo>
                  <a:lnTo>
                    <a:pt x="214807" y="444199"/>
                  </a:lnTo>
                  <a:cubicBezTo>
                    <a:pt x="214822" y="444210"/>
                    <a:pt x="214761" y="444269"/>
                    <a:pt x="209980" y="447187"/>
                  </a:cubicBezTo>
                  <a:lnTo>
                    <a:pt x="142147" y="488467"/>
                  </a:lnTo>
                  <a:cubicBezTo>
                    <a:pt x="137730" y="491163"/>
                    <a:pt x="137351" y="491410"/>
                    <a:pt x="137320" y="491441"/>
                  </a:cubicBezTo>
                  <a:cubicBezTo>
                    <a:pt x="137320" y="491450"/>
                    <a:pt x="137320" y="491484"/>
                    <a:pt x="137335" y="491500"/>
                  </a:cubicBezTo>
                  <a:cubicBezTo>
                    <a:pt x="137351" y="491534"/>
                    <a:pt x="137381" y="491567"/>
                    <a:pt x="137396" y="491605"/>
                  </a:cubicBezTo>
                  <a:cubicBezTo>
                    <a:pt x="137426" y="491676"/>
                    <a:pt x="137472" y="491755"/>
                    <a:pt x="137517" y="491841"/>
                  </a:cubicBezTo>
                  <a:cubicBezTo>
                    <a:pt x="137609" y="492020"/>
                    <a:pt x="137715" y="492241"/>
                    <a:pt x="137836" y="492478"/>
                  </a:cubicBezTo>
                  <a:cubicBezTo>
                    <a:pt x="138079" y="492949"/>
                    <a:pt x="138398" y="493534"/>
                    <a:pt x="138777" y="494223"/>
                  </a:cubicBezTo>
                  <a:cubicBezTo>
                    <a:pt x="139521" y="495606"/>
                    <a:pt x="140523" y="497418"/>
                    <a:pt x="141813" y="499594"/>
                  </a:cubicBezTo>
                  <a:cubicBezTo>
                    <a:pt x="144378" y="503948"/>
                    <a:pt x="148051" y="509794"/>
                    <a:pt x="152893" y="516624"/>
                  </a:cubicBezTo>
                  <a:cubicBezTo>
                    <a:pt x="162562" y="530253"/>
                    <a:pt x="177058" y="548051"/>
                    <a:pt x="197032" y="565761"/>
                  </a:cubicBezTo>
                  <a:cubicBezTo>
                    <a:pt x="237407" y="601547"/>
                    <a:pt x="299518" y="636366"/>
                    <a:pt x="386339" y="636367"/>
                  </a:cubicBezTo>
                  <a:cubicBezTo>
                    <a:pt x="479474" y="636367"/>
                    <a:pt x="540462" y="597749"/>
                    <a:pt x="577983" y="555937"/>
                  </a:cubicBezTo>
                  <a:cubicBezTo>
                    <a:pt x="596304" y="535530"/>
                    <a:pt x="608431" y="515062"/>
                    <a:pt x="616081" y="499432"/>
                  </a:cubicBezTo>
                  <a:cubicBezTo>
                    <a:pt x="619921" y="491591"/>
                    <a:pt x="622669" y="484875"/>
                    <a:pt x="624535" y="479857"/>
                  </a:cubicBezTo>
                  <a:cubicBezTo>
                    <a:pt x="625477" y="477345"/>
                    <a:pt x="626190" y="475244"/>
                    <a:pt x="626721" y="473627"/>
                  </a:cubicBezTo>
                  <a:cubicBezTo>
                    <a:pt x="626979" y="472821"/>
                    <a:pt x="627207" y="472132"/>
                    <a:pt x="627374" y="471571"/>
                  </a:cubicBezTo>
                  <a:cubicBezTo>
                    <a:pt x="627465" y="471291"/>
                    <a:pt x="627526" y="471033"/>
                    <a:pt x="627601" y="470816"/>
                  </a:cubicBezTo>
                  <a:cubicBezTo>
                    <a:pt x="627632" y="470712"/>
                    <a:pt x="627662" y="470610"/>
                    <a:pt x="627693" y="470521"/>
                  </a:cubicBezTo>
                  <a:cubicBezTo>
                    <a:pt x="627693" y="470476"/>
                    <a:pt x="627708" y="470427"/>
                    <a:pt x="627708" y="470388"/>
                  </a:cubicBezTo>
                  <a:cubicBezTo>
                    <a:pt x="627723" y="470366"/>
                    <a:pt x="627738" y="470338"/>
                    <a:pt x="627738" y="470329"/>
                  </a:cubicBezTo>
                  <a:cubicBezTo>
                    <a:pt x="627738" y="470309"/>
                    <a:pt x="627465" y="470209"/>
                    <a:pt x="622471" y="468464"/>
                  </a:cubicBezTo>
                  <a:lnTo>
                    <a:pt x="548582" y="442763"/>
                  </a:lnTo>
                  <a:cubicBezTo>
                    <a:pt x="543649" y="441040"/>
                    <a:pt x="543330" y="440919"/>
                    <a:pt x="543315" y="440900"/>
                  </a:cubicBezTo>
                  <a:cubicBezTo>
                    <a:pt x="543315" y="440890"/>
                    <a:pt x="543330" y="440856"/>
                    <a:pt x="543330" y="440840"/>
                  </a:cubicBezTo>
                  <a:cubicBezTo>
                    <a:pt x="543330" y="440810"/>
                    <a:pt x="543346" y="440780"/>
                    <a:pt x="543361" y="440751"/>
                  </a:cubicBezTo>
                  <a:cubicBezTo>
                    <a:pt x="543376" y="440693"/>
                    <a:pt x="543391" y="440633"/>
                    <a:pt x="543406" y="440589"/>
                  </a:cubicBezTo>
                  <a:lnTo>
                    <a:pt x="542663" y="44270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8" name="Полилиния 67">
              <a:extLst>
                <a:ext uri="{FF2B5EF4-FFF2-40B4-BE49-F238E27FC236}">
                  <a16:creationId xmlns:a16="http://schemas.microsoft.com/office/drawing/2014/main" id="{6E7CC6F2-7AD1-58C2-B56B-B67CBF7BD6AB}"/>
                </a:ext>
              </a:extLst>
            </p:cNvPr>
            <p:cNvSpPr/>
            <p:nvPr/>
          </p:nvSpPr>
          <p:spPr>
            <a:xfrm rot="5400000">
              <a:off x="6027632" y="2464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9" name="Полилиния 68">
              <a:extLst>
                <a:ext uri="{FF2B5EF4-FFF2-40B4-BE49-F238E27FC236}">
                  <a16:creationId xmlns:a16="http://schemas.microsoft.com/office/drawing/2014/main" id="{E1E89379-487C-4BE5-AE77-DED5D44227FF}"/>
                </a:ext>
              </a:extLst>
            </p:cNvPr>
            <p:cNvSpPr/>
            <p:nvPr/>
          </p:nvSpPr>
          <p:spPr>
            <a:xfrm rot="5400000">
              <a:off x="6027632" y="446144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0" name="Полилиния 69">
              <a:extLst>
                <a:ext uri="{FF2B5EF4-FFF2-40B4-BE49-F238E27FC236}">
                  <a16:creationId xmlns:a16="http://schemas.microsoft.com/office/drawing/2014/main" id="{12703BF5-FF49-91B5-C73E-EF285BE60B34}"/>
                </a:ext>
              </a:extLst>
            </p:cNvPr>
            <p:cNvSpPr/>
            <p:nvPr/>
          </p:nvSpPr>
          <p:spPr>
            <a:xfrm>
              <a:off x="6799486" y="235406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14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3 h 740695"/>
                <a:gd name="connsiteX6" fmla="*/ 742093 w 1484930"/>
                <a:gd name="connsiteY6" fmla="*/ 495180 h 740695"/>
                <a:gd name="connsiteX7" fmla="*/ 585496 w 1484930"/>
                <a:gd name="connsiteY7" fmla="*/ 646613 h 740695"/>
                <a:gd name="connsiteX8" fmla="*/ 377642 w 1484930"/>
                <a:gd name="connsiteY8" fmla="*/ 740511 h 740695"/>
                <a:gd name="connsiteX9" fmla="*/ 370827 w 1484930"/>
                <a:gd name="connsiteY9" fmla="*/ 740634 h 740695"/>
                <a:gd name="connsiteX10" fmla="*/ 121 w 1484930"/>
                <a:gd name="connsiteY10" fmla="*/ 382329 h 740695"/>
                <a:gd name="connsiteX11" fmla="*/ 0 w 1484930"/>
                <a:gd name="connsiteY11" fmla="*/ 372761 h 740695"/>
                <a:gd name="connsiteX12" fmla="*/ 370766 w 1484930"/>
                <a:gd name="connsiteY12" fmla="*/ 381 h 740695"/>
                <a:gd name="connsiteX13" fmla="*/ 377566 w 1484930"/>
                <a:gd name="connsiteY13" fmla="*/ 505 h 740695"/>
                <a:gd name="connsiteX14" fmla="*/ 585876 w 1484930"/>
                <a:gd name="connsiteY14" fmla="*/ 97859 h 740695"/>
                <a:gd name="connsiteX15" fmla="*/ 742837 w 1484930"/>
                <a:gd name="connsiteY15" fmla="*/ 248182 h 740695"/>
                <a:gd name="connsiteX16" fmla="*/ 899495 w 1484930"/>
                <a:gd name="connsiteY16" fmla="*/ 96748 h 740695"/>
                <a:gd name="connsiteX17" fmla="*/ 1114104 w 1484930"/>
                <a:gd name="connsiteY17" fmla="*/ 0 h 740695"/>
                <a:gd name="connsiteX18" fmla="*/ 382894 w 1484930"/>
                <a:gd name="connsiteY18" fmla="*/ 180830 h 740695"/>
                <a:gd name="connsiteX19" fmla="*/ 196729 w 1484930"/>
                <a:gd name="connsiteY19" fmla="*/ 372823 h 740695"/>
                <a:gd name="connsiteX20" fmla="*/ 196729 w 1484930"/>
                <a:gd name="connsiteY20" fmla="*/ 377761 h 740695"/>
                <a:gd name="connsiteX21" fmla="*/ 382894 w 1484930"/>
                <a:gd name="connsiteY21" fmla="*/ 564753 h 740695"/>
                <a:gd name="connsiteX22" fmla="*/ 387280 w 1484930"/>
                <a:gd name="connsiteY22" fmla="*/ 564631 h 740695"/>
                <a:gd name="connsiteX23" fmla="*/ 469472 w 1484930"/>
                <a:gd name="connsiteY23" fmla="*/ 534998 h 740695"/>
                <a:gd name="connsiteX24" fmla="*/ 554517 w 1484930"/>
                <a:gd name="connsiteY24" fmla="*/ 464436 h 740695"/>
                <a:gd name="connsiteX25" fmla="*/ 635282 w 1484930"/>
                <a:gd name="connsiteY25" fmla="*/ 372823 h 740695"/>
                <a:gd name="connsiteX26" fmla="*/ 620195 w 1484930"/>
                <a:gd name="connsiteY26" fmla="*/ 353870 h 740695"/>
                <a:gd name="connsiteX27" fmla="*/ 555018 w 1484930"/>
                <a:gd name="connsiteY27" fmla="*/ 281641 h 740695"/>
                <a:gd name="connsiteX28" fmla="*/ 469790 w 1484930"/>
                <a:gd name="connsiteY28" fmla="*/ 210771 h 740695"/>
                <a:gd name="connsiteX29" fmla="*/ 387341 w 1484930"/>
                <a:gd name="connsiteY29" fmla="*/ 180953 h 740695"/>
                <a:gd name="connsiteX30" fmla="*/ 382894 w 1484930"/>
                <a:gd name="connsiteY30" fmla="*/ 180830 h 740695"/>
                <a:gd name="connsiteX31" fmla="*/ 1102052 w 1484930"/>
                <a:gd name="connsiteY31" fmla="*/ 178607 h 740695"/>
                <a:gd name="connsiteX32" fmla="*/ 1015398 w 1484930"/>
                <a:gd name="connsiteY32" fmla="*/ 208424 h 740695"/>
                <a:gd name="connsiteX33" fmla="*/ 930292 w 1484930"/>
                <a:gd name="connsiteY33" fmla="*/ 279049 h 740695"/>
                <a:gd name="connsiteX34" fmla="*/ 865115 w 1484930"/>
                <a:gd name="connsiteY34" fmla="*/ 351215 h 740695"/>
                <a:gd name="connsiteX35" fmla="*/ 849648 w 1484930"/>
                <a:gd name="connsiteY35" fmla="*/ 370601 h 740695"/>
                <a:gd name="connsiteX36" fmla="*/ 930231 w 1484930"/>
                <a:gd name="connsiteY36" fmla="*/ 462029 h 740695"/>
                <a:gd name="connsiteX37" fmla="*/ 1015337 w 1484930"/>
                <a:gd name="connsiteY37" fmla="*/ 532714 h 740695"/>
                <a:gd name="connsiteX38" fmla="*/ 1102052 w 1484930"/>
                <a:gd name="connsiteY38" fmla="*/ 562532 h 740695"/>
                <a:gd name="connsiteX39" fmla="*/ 1106985 w 1484930"/>
                <a:gd name="connsiteY39" fmla="*/ 562532 h 740695"/>
                <a:gd name="connsiteX40" fmla="*/ 1288141 w 1484930"/>
                <a:gd name="connsiteY40" fmla="*/ 370539 h 740695"/>
                <a:gd name="connsiteX41" fmla="*/ 1106985 w 1484930"/>
                <a:gd name="connsiteY41" fmla="*/ 178607 h 740695"/>
                <a:gd name="connsiteX42" fmla="*/ 1102052 w 1484930"/>
                <a:gd name="connsiteY42" fmla="*/ 178607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90"/>
                    <a:pt x="1484930" y="370414"/>
                  </a:cubicBezTo>
                  <a:lnTo>
                    <a:pt x="1484809" y="379984"/>
                  </a:lnTo>
                  <a:cubicBezTo>
                    <a:pt x="1479921" y="572347"/>
                    <a:pt x="1328090" y="728966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7"/>
                    <a:pt x="899070" y="645563"/>
                  </a:cubicBezTo>
                  <a:cubicBezTo>
                    <a:pt x="839934" y="599325"/>
                    <a:pt x="784957" y="543271"/>
                    <a:pt x="742093" y="495180"/>
                  </a:cubicBezTo>
                  <a:cubicBezTo>
                    <a:pt x="699244" y="543333"/>
                    <a:pt x="644435" y="599881"/>
                    <a:pt x="585496" y="646613"/>
                  </a:cubicBezTo>
                  <a:cubicBezTo>
                    <a:pt x="521185" y="697605"/>
                    <a:pt x="447888" y="737857"/>
                    <a:pt x="377642" y="740511"/>
                  </a:cubicBezTo>
                  <a:lnTo>
                    <a:pt x="370827" y="740634"/>
                  </a:lnTo>
                  <a:cubicBezTo>
                    <a:pt x="169150" y="740634"/>
                    <a:pt x="5191" y="582348"/>
                    <a:pt x="121" y="382329"/>
                  </a:cubicBezTo>
                  <a:lnTo>
                    <a:pt x="0" y="372761"/>
                  </a:lnTo>
                  <a:cubicBezTo>
                    <a:pt x="0" y="168422"/>
                    <a:pt x="165871" y="381"/>
                    <a:pt x="370766" y="381"/>
                  </a:cubicBezTo>
                  <a:lnTo>
                    <a:pt x="377566" y="505"/>
                  </a:lnTo>
                  <a:cubicBezTo>
                    <a:pt x="447827" y="3098"/>
                    <a:pt x="521306" y="47361"/>
                    <a:pt x="585876" y="97859"/>
                  </a:cubicBezTo>
                  <a:cubicBezTo>
                    <a:pt x="644996" y="144098"/>
                    <a:pt x="699912" y="200152"/>
                    <a:pt x="742837" y="248182"/>
                  </a:cubicBezTo>
                  <a:cubicBezTo>
                    <a:pt x="785701" y="200029"/>
                    <a:pt x="840495" y="143480"/>
                    <a:pt x="899495" y="96748"/>
                  </a:cubicBezTo>
                  <a:cubicBezTo>
                    <a:pt x="965855" y="44027"/>
                    <a:pt x="1041808" y="0"/>
                    <a:pt x="1114104" y="0"/>
                  </a:cubicBezTo>
                  <a:close/>
                  <a:moveTo>
                    <a:pt x="382894" y="180830"/>
                  </a:moveTo>
                  <a:cubicBezTo>
                    <a:pt x="276705" y="180830"/>
                    <a:pt x="196729" y="266764"/>
                    <a:pt x="196729" y="372823"/>
                  </a:cubicBezTo>
                  <a:lnTo>
                    <a:pt x="196729" y="377761"/>
                  </a:lnTo>
                  <a:cubicBezTo>
                    <a:pt x="199461" y="481475"/>
                    <a:pt x="278313" y="564753"/>
                    <a:pt x="382894" y="564753"/>
                  </a:cubicBezTo>
                  <a:lnTo>
                    <a:pt x="387280" y="564631"/>
                  </a:lnTo>
                  <a:cubicBezTo>
                    <a:pt x="409486" y="563396"/>
                    <a:pt x="441589" y="552901"/>
                    <a:pt x="469472" y="534998"/>
                  </a:cubicBezTo>
                  <a:cubicBezTo>
                    <a:pt x="498857" y="516169"/>
                    <a:pt x="528167" y="490611"/>
                    <a:pt x="554517" y="464436"/>
                  </a:cubicBezTo>
                  <a:cubicBezTo>
                    <a:pt x="590885" y="428261"/>
                    <a:pt x="620437" y="391836"/>
                    <a:pt x="635282" y="372823"/>
                  </a:cubicBezTo>
                  <a:cubicBezTo>
                    <a:pt x="631275" y="367637"/>
                    <a:pt x="626190" y="361216"/>
                    <a:pt x="620195" y="353870"/>
                  </a:cubicBezTo>
                  <a:cubicBezTo>
                    <a:pt x="603999" y="334116"/>
                    <a:pt x="581292" y="307817"/>
                    <a:pt x="555018" y="281641"/>
                  </a:cubicBezTo>
                  <a:cubicBezTo>
                    <a:pt x="528668" y="255344"/>
                    <a:pt x="499283" y="229723"/>
                    <a:pt x="469790" y="210771"/>
                  </a:cubicBezTo>
                  <a:cubicBezTo>
                    <a:pt x="441771" y="192745"/>
                    <a:pt x="409608" y="182188"/>
                    <a:pt x="387341" y="180953"/>
                  </a:cubicBezTo>
                  <a:lnTo>
                    <a:pt x="382894" y="180830"/>
                  </a:lnTo>
                  <a:close/>
                  <a:moveTo>
                    <a:pt x="1102052" y="178607"/>
                  </a:moveTo>
                  <a:cubicBezTo>
                    <a:pt x="1078859" y="178607"/>
                    <a:pt x="1045208" y="189287"/>
                    <a:pt x="1015398" y="208424"/>
                  </a:cubicBezTo>
                  <a:cubicBezTo>
                    <a:pt x="985951" y="227316"/>
                    <a:pt x="956642" y="252874"/>
                    <a:pt x="930292" y="279049"/>
                  </a:cubicBezTo>
                  <a:cubicBezTo>
                    <a:pt x="904078" y="305163"/>
                    <a:pt x="881310" y="331399"/>
                    <a:pt x="865115" y="351215"/>
                  </a:cubicBezTo>
                  <a:cubicBezTo>
                    <a:pt x="858922" y="358747"/>
                    <a:pt x="853731" y="365290"/>
                    <a:pt x="849648" y="370601"/>
                  </a:cubicBezTo>
                  <a:cubicBezTo>
                    <a:pt x="864432" y="389614"/>
                    <a:pt x="893924" y="425914"/>
                    <a:pt x="930231" y="462029"/>
                  </a:cubicBezTo>
                  <a:cubicBezTo>
                    <a:pt x="956581" y="488266"/>
                    <a:pt x="985891" y="513824"/>
                    <a:pt x="1015337" y="532714"/>
                  </a:cubicBezTo>
                  <a:cubicBezTo>
                    <a:pt x="1045208" y="551852"/>
                    <a:pt x="1078920" y="562532"/>
                    <a:pt x="1102052" y="562532"/>
                  </a:cubicBezTo>
                  <a:lnTo>
                    <a:pt x="1106985" y="562532"/>
                  </a:lnTo>
                  <a:cubicBezTo>
                    <a:pt x="1210897" y="559816"/>
                    <a:pt x="1288141" y="474931"/>
                    <a:pt x="1288141" y="370539"/>
                  </a:cubicBezTo>
                  <a:cubicBezTo>
                    <a:pt x="1288141" y="266146"/>
                    <a:pt x="1210897" y="181200"/>
                    <a:pt x="1106985" y="178607"/>
                  </a:cubicBezTo>
                  <a:lnTo>
                    <a:pt x="1102052" y="178607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1" name="Полилиния 70">
              <a:extLst>
                <a:ext uri="{FF2B5EF4-FFF2-40B4-BE49-F238E27FC236}">
                  <a16:creationId xmlns:a16="http://schemas.microsoft.com/office/drawing/2014/main" id="{2D6A4866-9683-4705-E829-6E08D5BAD4D1}"/>
                </a:ext>
              </a:extLst>
            </p:cNvPr>
            <p:cNvSpPr/>
            <p:nvPr/>
          </p:nvSpPr>
          <p:spPr>
            <a:xfrm>
              <a:off x="8512109" y="225819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5 w 744825"/>
                <a:gd name="connsiteY1" fmla="*/ 417522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5 h 760073"/>
                <a:gd name="connsiteX5" fmla="*/ 0 w 744825"/>
                <a:gd name="connsiteY5" fmla="*/ 759985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22"/>
                    <a:pt x="571304" y="417522"/>
                    <a:pt x="744825" y="417522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5"/>
                    <a:pt x="351959" y="759985"/>
                  </a:cubicBezTo>
                  <a:lnTo>
                    <a:pt x="0" y="759985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2" name="Полилиния 71">
              <a:extLst>
                <a:ext uri="{FF2B5EF4-FFF2-40B4-BE49-F238E27FC236}">
                  <a16:creationId xmlns:a16="http://schemas.microsoft.com/office/drawing/2014/main" id="{B280FF4F-2DDA-8B50-E687-0A4C25ED8838}"/>
                </a:ext>
              </a:extLst>
            </p:cNvPr>
            <p:cNvSpPr/>
            <p:nvPr/>
          </p:nvSpPr>
          <p:spPr>
            <a:xfrm>
              <a:off x="9514954" y="225819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6 w 563036"/>
                <a:gd name="connsiteY1" fmla="*/ 0 h 759999"/>
                <a:gd name="connsiteX2" fmla="*/ 563036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6" y="0"/>
                  </a:lnTo>
                  <a:lnTo>
                    <a:pt x="563036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3" name="Полилиния 72">
              <a:extLst>
                <a:ext uri="{FF2B5EF4-FFF2-40B4-BE49-F238E27FC236}">
                  <a16:creationId xmlns:a16="http://schemas.microsoft.com/office/drawing/2014/main" id="{80E10590-5177-0E39-B06F-2852E0021BB6}"/>
                </a:ext>
              </a:extLst>
            </p:cNvPr>
            <p:cNvSpPr/>
            <p:nvPr/>
          </p:nvSpPr>
          <p:spPr>
            <a:xfrm>
              <a:off x="10336021" y="225819"/>
              <a:ext cx="742198" cy="759999"/>
            </a:xfrm>
            <a:custGeom>
              <a:avLst/>
              <a:gdLst>
                <a:gd name="connsiteX0" fmla="*/ 742199 w 742198"/>
                <a:gd name="connsiteY0" fmla="*/ 760000 h 759999"/>
                <a:gd name="connsiteX1" fmla="*/ 0 w 742198"/>
                <a:gd name="connsiteY1" fmla="*/ 760000 h 759999"/>
                <a:gd name="connsiteX2" fmla="*/ 0 w 742198"/>
                <a:gd name="connsiteY2" fmla="*/ 0 h 759999"/>
                <a:gd name="connsiteX3" fmla="*/ 371099 w 742198"/>
                <a:gd name="connsiteY3" fmla="*/ 380014 h 759999"/>
                <a:gd name="connsiteX4" fmla="*/ 742199 w 742198"/>
                <a:gd name="connsiteY4" fmla="*/ 0 h 759999"/>
                <a:gd name="connsiteX5" fmla="*/ 742199 w 742198"/>
                <a:gd name="connsiteY5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9">
                  <a:moveTo>
                    <a:pt x="742199" y="760000"/>
                  </a:moveTo>
                  <a:lnTo>
                    <a:pt x="0" y="760000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4" name="Полилиния 73">
              <a:extLst>
                <a:ext uri="{FF2B5EF4-FFF2-40B4-BE49-F238E27FC236}">
                  <a16:creationId xmlns:a16="http://schemas.microsoft.com/office/drawing/2014/main" id="{17319DE1-62A7-6EEA-933F-0B5EA1488983}"/>
                </a:ext>
              </a:extLst>
            </p:cNvPr>
            <p:cNvSpPr/>
            <p:nvPr/>
          </p:nvSpPr>
          <p:spPr>
            <a:xfrm>
              <a:off x="11305906" y="219427"/>
              <a:ext cx="761373" cy="766364"/>
            </a:xfrm>
            <a:custGeom>
              <a:avLst/>
              <a:gdLst>
                <a:gd name="connsiteX0" fmla="*/ 399916 w 761373"/>
                <a:gd name="connsiteY0" fmla="*/ 75099 h 766364"/>
                <a:gd name="connsiteX1" fmla="*/ 700208 w 761373"/>
                <a:gd name="connsiteY1" fmla="*/ 75099 h 766364"/>
                <a:gd name="connsiteX2" fmla="*/ 701422 w 761373"/>
                <a:gd name="connsiteY2" fmla="*/ 436749 h 766364"/>
                <a:gd name="connsiteX3" fmla="*/ 380669 w 761373"/>
                <a:gd name="connsiteY3" fmla="*/ 766364 h 766364"/>
                <a:gd name="connsiteX4" fmla="*/ 59963 w 761373"/>
                <a:gd name="connsiteY4" fmla="*/ 436763 h 766364"/>
                <a:gd name="connsiteX5" fmla="*/ 61177 w 761373"/>
                <a:gd name="connsiteY5" fmla="*/ 75099 h 766364"/>
                <a:gd name="connsiteX6" fmla="*/ 361468 w 761373"/>
                <a:gd name="connsiteY6" fmla="*/ 75099 h 766364"/>
                <a:gd name="connsiteX7" fmla="*/ 380684 w 761373"/>
                <a:gd name="connsiteY7" fmla="*/ 98340 h 766364"/>
                <a:gd name="connsiteX8" fmla="*/ 399916 w 761373"/>
                <a:gd name="connsiteY8" fmla="*/ 75099 h 766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64">
                  <a:moveTo>
                    <a:pt x="399916" y="75099"/>
                  </a:moveTo>
                  <a:cubicBezTo>
                    <a:pt x="482684" y="-25019"/>
                    <a:pt x="617394" y="-25019"/>
                    <a:pt x="700208" y="75099"/>
                  </a:cubicBezTo>
                  <a:cubicBezTo>
                    <a:pt x="781291" y="173186"/>
                    <a:pt x="781823" y="328663"/>
                    <a:pt x="701422" y="436749"/>
                  </a:cubicBezTo>
                  <a:cubicBezTo>
                    <a:pt x="621037" y="544837"/>
                    <a:pt x="380669" y="766364"/>
                    <a:pt x="380669" y="766364"/>
                  </a:cubicBezTo>
                  <a:cubicBezTo>
                    <a:pt x="380669" y="766364"/>
                    <a:pt x="140364" y="544864"/>
                    <a:pt x="59963" y="436763"/>
                  </a:cubicBezTo>
                  <a:cubicBezTo>
                    <a:pt x="-20453" y="328663"/>
                    <a:pt x="-19922" y="173185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0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5" name="Полилиния 74">
              <a:extLst>
                <a:ext uri="{FF2B5EF4-FFF2-40B4-BE49-F238E27FC236}">
                  <a16:creationId xmlns:a16="http://schemas.microsoft.com/office/drawing/2014/main" id="{8BF72731-A9F8-20A4-F710-031C595066DE}"/>
                </a:ext>
              </a:extLst>
            </p:cNvPr>
            <p:cNvSpPr/>
            <p:nvPr/>
          </p:nvSpPr>
          <p:spPr>
            <a:xfrm>
              <a:off x="184790" y="3080100"/>
              <a:ext cx="744829" cy="760073"/>
            </a:xfrm>
            <a:custGeom>
              <a:avLst/>
              <a:gdLst>
                <a:gd name="connsiteX0" fmla="*/ 371088 w 744829"/>
                <a:gd name="connsiteY0" fmla="*/ 674184 h 760073"/>
                <a:gd name="connsiteX1" fmla="*/ 744830 w 744829"/>
                <a:gd name="connsiteY1" fmla="*/ 417528 h 760073"/>
                <a:gd name="connsiteX2" fmla="*/ 744830 w 744829"/>
                <a:gd name="connsiteY2" fmla="*/ 760074 h 760073"/>
                <a:gd name="connsiteX3" fmla="*/ 351952 w 744829"/>
                <a:gd name="connsiteY3" fmla="*/ 760074 h 760073"/>
                <a:gd name="connsiteX4" fmla="*/ 351967 w 744829"/>
                <a:gd name="connsiteY4" fmla="*/ 759983 h 760073"/>
                <a:gd name="connsiteX5" fmla="*/ 0 w 744829"/>
                <a:gd name="connsiteY5" fmla="*/ 759983 h 760073"/>
                <a:gd name="connsiteX6" fmla="*/ 0 w 744829"/>
                <a:gd name="connsiteY6" fmla="*/ 0 h 760073"/>
                <a:gd name="connsiteX7" fmla="*/ 371088 w 744829"/>
                <a:gd name="connsiteY7" fmla="*/ 0 h 760073"/>
                <a:gd name="connsiteX8" fmla="*/ 371088 w 744829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9" h="760073">
                  <a:moveTo>
                    <a:pt x="371088" y="674184"/>
                  </a:moveTo>
                  <a:cubicBezTo>
                    <a:pt x="423959" y="524917"/>
                    <a:pt x="571310" y="417528"/>
                    <a:pt x="744830" y="417528"/>
                  </a:cubicBezTo>
                  <a:lnTo>
                    <a:pt x="744830" y="760074"/>
                  </a:lnTo>
                  <a:lnTo>
                    <a:pt x="351952" y="760074"/>
                  </a:lnTo>
                  <a:cubicBezTo>
                    <a:pt x="351955" y="760044"/>
                    <a:pt x="351964" y="760013"/>
                    <a:pt x="351967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8" y="0"/>
                  </a:lnTo>
                  <a:lnTo>
                    <a:pt x="371088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6" name="Полилиния 75">
              <a:extLst>
                <a:ext uri="{FF2B5EF4-FFF2-40B4-BE49-F238E27FC236}">
                  <a16:creationId xmlns:a16="http://schemas.microsoft.com/office/drawing/2014/main" id="{3EEEC88C-F197-D565-64D0-F24755DEAE3D}"/>
                </a:ext>
              </a:extLst>
            </p:cNvPr>
            <p:cNvSpPr/>
            <p:nvPr/>
          </p:nvSpPr>
          <p:spPr>
            <a:xfrm>
              <a:off x="1187639" y="3080100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7" name="Полилиния 76">
              <a:extLst>
                <a:ext uri="{FF2B5EF4-FFF2-40B4-BE49-F238E27FC236}">
                  <a16:creationId xmlns:a16="http://schemas.microsoft.com/office/drawing/2014/main" id="{B70DC771-1C97-DFE6-35AF-C637A1073083}"/>
                </a:ext>
              </a:extLst>
            </p:cNvPr>
            <p:cNvSpPr/>
            <p:nvPr/>
          </p:nvSpPr>
          <p:spPr>
            <a:xfrm>
              <a:off x="2008703" y="3080100"/>
              <a:ext cx="742199" cy="759998"/>
            </a:xfrm>
            <a:custGeom>
              <a:avLst/>
              <a:gdLst>
                <a:gd name="connsiteX0" fmla="*/ 742199 w 742199"/>
                <a:gd name="connsiteY0" fmla="*/ 759998 h 759998"/>
                <a:gd name="connsiteX1" fmla="*/ 0 w 742199"/>
                <a:gd name="connsiteY1" fmla="*/ 759998 h 759998"/>
                <a:gd name="connsiteX2" fmla="*/ 0 w 742199"/>
                <a:gd name="connsiteY2" fmla="*/ 0 h 759998"/>
                <a:gd name="connsiteX3" fmla="*/ 371100 w 742199"/>
                <a:gd name="connsiteY3" fmla="*/ 380014 h 759998"/>
                <a:gd name="connsiteX4" fmla="*/ 742199 w 742199"/>
                <a:gd name="connsiteY4" fmla="*/ 0 h 759998"/>
                <a:gd name="connsiteX5" fmla="*/ 742199 w 742199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8" name="Полилиния 77">
              <a:extLst>
                <a:ext uri="{FF2B5EF4-FFF2-40B4-BE49-F238E27FC236}">
                  <a16:creationId xmlns:a16="http://schemas.microsoft.com/office/drawing/2014/main" id="{A01E202B-3085-0F80-BA7B-6D0CD1A5389E}"/>
                </a:ext>
              </a:extLst>
            </p:cNvPr>
            <p:cNvSpPr/>
            <p:nvPr/>
          </p:nvSpPr>
          <p:spPr>
            <a:xfrm>
              <a:off x="2978588" y="3073710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70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9 w 761373"/>
                <a:gd name="connsiteY6" fmla="*/ 75099 h 766357"/>
                <a:gd name="connsiteX7" fmla="*/ 380685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5" y="-25018"/>
                    <a:pt x="617394" y="-25018"/>
                    <a:pt x="700208" y="75099"/>
                  </a:cubicBezTo>
                  <a:cubicBezTo>
                    <a:pt x="781292" y="173186"/>
                    <a:pt x="781823" y="328664"/>
                    <a:pt x="701422" y="436751"/>
                  </a:cubicBezTo>
                  <a:cubicBezTo>
                    <a:pt x="621037" y="544837"/>
                    <a:pt x="380670" y="766358"/>
                    <a:pt x="380670" y="766358"/>
                  </a:cubicBezTo>
                  <a:cubicBezTo>
                    <a:pt x="380670" y="766358"/>
                    <a:pt x="140363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9" name="Полилиния 78">
              <a:extLst>
                <a:ext uri="{FF2B5EF4-FFF2-40B4-BE49-F238E27FC236}">
                  <a16:creationId xmlns:a16="http://schemas.microsoft.com/office/drawing/2014/main" id="{3E79A823-AB7F-B7F7-F6ED-627FFC346029}"/>
                </a:ext>
              </a:extLst>
            </p:cNvPr>
            <p:cNvSpPr/>
            <p:nvPr/>
          </p:nvSpPr>
          <p:spPr>
            <a:xfrm>
              <a:off x="3952450" y="3086493"/>
              <a:ext cx="717534" cy="740817"/>
            </a:xfrm>
            <a:custGeom>
              <a:avLst/>
              <a:gdLst>
                <a:gd name="connsiteX0" fmla="*/ 717534 w 717534"/>
                <a:gd name="connsiteY0" fmla="*/ 370409 h 740817"/>
                <a:gd name="connsiteX1" fmla="*/ 327887 w 717534"/>
                <a:gd name="connsiteY1" fmla="*/ 740817 h 740817"/>
                <a:gd name="connsiteX2" fmla="*/ 327887 w 717534"/>
                <a:gd name="connsiteY2" fmla="*/ 554431 h 740817"/>
                <a:gd name="connsiteX3" fmla="*/ 0 w 717534"/>
                <a:gd name="connsiteY3" fmla="*/ 554431 h 740817"/>
                <a:gd name="connsiteX4" fmla="*/ 0 w 717534"/>
                <a:gd name="connsiteY4" fmla="*/ 185280 h 740817"/>
                <a:gd name="connsiteX5" fmla="*/ 327887 w 717534"/>
                <a:gd name="connsiteY5" fmla="*/ 185280 h 740817"/>
                <a:gd name="connsiteX6" fmla="*/ 327887 w 717534"/>
                <a:gd name="connsiteY6" fmla="*/ 0 h 740817"/>
                <a:gd name="connsiteX7" fmla="*/ 717534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4" y="370409"/>
                  </a:moveTo>
                  <a:lnTo>
                    <a:pt x="327887" y="740817"/>
                  </a:lnTo>
                  <a:lnTo>
                    <a:pt x="327887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887" y="185280"/>
                  </a:lnTo>
                  <a:lnTo>
                    <a:pt x="327887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0" name="Полилиния 79">
              <a:extLst>
                <a:ext uri="{FF2B5EF4-FFF2-40B4-BE49-F238E27FC236}">
                  <a16:creationId xmlns:a16="http://schemas.microsoft.com/office/drawing/2014/main" id="{6CBF2A8E-09B5-3DB5-874C-AB851C8D38E9}"/>
                </a:ext>
              </a:extLst>
            </p:cNvPr>
            <p:cNvSpPr/>
            <p:nvPr/>
          </p:nvSpPr>
          <p:spPr>
            <a:xfrm>
              <a:off x="4836948" y="3078206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26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85 h 763664"/>
                <a:gd name="connsiteX10" fmla="*/ 222623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33 h 763664"/>
                <a:gd name="connsiteX13" fmla="*/ 214715 w 765058"/>
                <a:gd name="connsiteY13" fmla="*/ 443981 h 763664"/>
                <a:gd name="connsiteX14" fmla="*/ 214746 w 765058"/>
                <a:gd name="connsiteY14" fmla="*/ 444102 h 763664"/>
                <a:gd name="connsiteX15" fmla="*/ 214791 w 765058"/>
                <a:gd name="connsiteY15" fmla="*/ 444178 h 763664"/>
                <a:gd name="connsiteX16" fmla="*/ 214807 w 765058"/>
                <a:gd name="connsiteY16" fmla="*/ 444193 h 763664"/>
                <a:gd name="connsiteX17" fmla="*/ 209980 w 765058"/>
                <a:gd name="connsiteY17" fmla="*/ 447193 h 763664"/>
                <a:gd name="connsiteX18" fmla="*/ 142147 w 765058"/>
                <a:gd name="connsiteY18" fmla="*/ 488464 h 763664"/>
                <a:gd name="connsiteX19" fmla="*/ 137320 w 765058"/>
                <a:gd name="connsiteY19" fmla="*/ 491449 h 763664"/>
                <a:gd name="connsiteX20" fmla="*/ 137335 w 765058"/>
                <a:gd name="connsiteY20" fmla="*/ 491509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600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4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1 w 765058"/>
                <a:gd name="connsiteY34" fmla="*/ 470813 h 763664"/>
                <a:gd name="connsiteX35" fmla="*/ 627693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2 w 765058"/>
                <a:gd name="connsiteY39" fmla="*/ 442769 h 763664"/>
                <a:gd name="connsiteX40" fmla="*/ 543315 w 765058"/>
                <a:gd name="connsiteY40" fmla="*/ 440906 h 763664"/>
                <a:gd name="connsiteX41" fmla="*/ 543330 w 765058"/>
                <a:gd name="connsiteY41" fmla="*/ 440845 h 763664"/>
                <a:gd name="connsiteX42" fmla="*/ 543361 w 765058"/>
                <a:gd name="connsiteY42" fmla="*/ 440754 h 763664"/>
                <a:gd name="connsiteX43" fmla="*/ 543406 w 765058"/>
                <a:gd name="connsiteY43" fmla="*/ 440587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62"/>
                    <a:pt x="765058" y="381832"/>
                  </a:cubicBezTo>
                  <a:cubicBezTo>
                    <a:pt x="765058" y="592717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62"/>
                    <a:pt x="171274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2" y="462117"/>
                    <a:pt x="526361" y="474616"/>
                    <a:pt x="515083" y="487176"/>
                  </a:cubicBezTo>
                  <a:cubicBezTo>
                    <a:pt x="493408" y="511327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85"/>
                  </a:cubicBezTo>
                  <a:cubicBezTo>
                    <a:pt x="238712" y="477374"/>
                    <a:pt x="228877" y="465238"/>
                    <a:pt x="222623" y="456420"/>
                  </a:cubicBezTo>
                  <a:cubicBezTo>
                    <a:pt x="219512" y="452041"/>
                    <a:pt x="217326" y="448527"/>
                    <a:pt x="216036" y="446330"/>
                  </a:cubicBezTo>
                  <a:cubicBezTo>
                    <a:pt x="215399" y="445254"/>
                    <a:pt x="214989" y="444496"/>
                    <a:pt x="214776" y="444133"/>
                  </a:cubicBezTo>
                  <a:lnTo>
                    <a:pt x="214715" y="443981"/>
                  </a:lnTo>
                  <a:cubicBezTo>
                    <a:pt x="214731" y="444012"/>
                    <a:pt x="214731" y="444057"/>
                    <a:pt x="214746" y="444102"/>
                  </a:cubicBezTo>
                  <a:cubicBezTo>
                    <a:pt x="214761" y="444118"/>
                    <a:pt x="214791" y="444148"/>
                    <a:pt x="214791" y="444178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19"/>
                    <a:pt x="137320" y="491449"/>
                  </a:cubicBezTo>
                  <a:cubicBezTo>
                    <a:pt x="137320" y="491449"/>
                    <a:pt x="137320" y="491479"/>
                    <a:pt x="137335" y="491509"/>
                  </a:cubicBezTo>
                  <a:cubicBezTo>
                    <a:pt x="137351" y="491540"/>
                    <a:pt x="137381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609" y="492025"/>
                    <a:pt x="137715" y="492237"/>
                    <a:pt x="137836" y="492479"/>
                  </a:cubicBezTo>
                  <a:cubicBezTo>
                    <a:pt x="138079" y="492949"/>
                    <a:pt x="138398" y="493540"/>
                    <a:pt x="138777" y="494221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62" y="597748"/>
                    <a:pt x="577983" y="555931"/>
                  </a:cubicBezTo>
                  <a:cubicBezTo>
                    <a:pt x="596304" y="535538"/>
                    <a:pt x="608431" y="515069"/>
                    <a:pt x="616081" y="499434"/>
                  </a:cubicBezTo>
                  <a:cubicBezTo>
                    <a:pt x="619921" y="491585"/>
                    <a:pt x="622669" y="484873"/>
                    <a:pt x="624535" y="479858"/>
                  </a:cubicBezTo>
                  <a:cubicBezTo>
                    <a:pt x="625477" y="477343"/>
                    <a:pt x="626190" y="475253"/>
                    <a:pt x="626721" y="473632"/>
                  </a:cubicBezTo>
                  <a:cubicBezTo>
                    <a:pt x="626979" y="472828"/>
                    <a:pt x="627207" y="472132"/>
                    <a:pt x="627374" y="471571"/>
                  </a:cubicBezTo>
                  <a:cubicBezTo>
                    <a:pt x="627465" y="471298"/>
                    <a:pt x="627526" y="471041"/>
                    <a:pt x="627601" y="470813"/>
                  </a:cubicBezTo>
                  <a:cubicBezTo>
                    <a:pt x="627632" y="470707"/>
                    <a:pt x="627662" y="470616"/>
                    <a:pt x="627693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0" y="440921"/>
                    <a:pt x="543315" y="440906"/>
                  </a:cubicBezTo>
                  <a:cubicBezTo>
                    <a:pt x="543315" y="440890"/>
                    <a:pt x="543330" y="440860"/>
                    <a:pt x="543330" y="440845"/>
                  </a:cubicBezTo>
                  <a:cubicBezTo>
                    <a:pt x="543330" y="440815"/>
                    <a:pt x="543346" y="440784"/>
                    <a:pt x="543361" y="440754"/>
                  </a:cubicBezTo>
                  <a:cubicBezTo>
                    <a:pt x="543376" y="440693"/>
                    <a:pt x="543391" y="440633"/>
                    <a:pt x="543406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1" name="Полилиния 80">
              <a:extLst>
                <a:ext uri="{FF2B5EF4-FFF2-40B4-BE49-F238E27FC236}">
                  <a16:creationId xmlns:a16="http://schemas.microsoft.com/office/drawing/2014/main" id="{00F46B14-6F90-5B50-9885-19BC196AAF68}"/>
                </a:ext>
              </a:extLst>
            </p:cNvPr>
            <p:cNvSpPr/>
            <p:nvPr/>
          </p:nvSpPr>
          <p:spPr>
            <a:xfrm rot="5400000">
              <a:off x="6027662" y="287892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2" name="Полилиния 81">
              <a:extLst>
                <a:ext uri="{FF2B5EF4-FFF2-40B4-BE49-F238E27FC236}">
                  <a16:creationId xmlns:a16="http://schemas.microsoft.com/office/drawing/2014/main" id="{8D86AE2E-F3B7-2FA7-0F77-8535E047EFAC}"/>
                </a:ext>
              </a:extLst>
            </p:cNvPr>
            <p:cNvSpPr/>
            <p:nvPr/>
          </p:nvSpPr>
          <p:spPr>
            <a:xfrm rot="5400000">
              <a:off x="6027662" y="3300434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3" name="Полилиния 82">
              <a:extLst>
                <a:ext uri="{FF2B5EF4-FFF2-40B4-BE49-F238E27FC236}">
                  <a16:creationId xmlns:a16="http://schemas.microsoft.com/office/drawing/2014/main" id="{219503C5-5009-1C55-8FCA-114D5AE5019B}"/>
                </a:ext>
              </a:extLst>
            </p:cNvPr>
            <p:cNvSpPr/>
            <p:nvPr/>
          </p:nvSpPr>
          <p:spPr>
            <a:xfrm>
              <a:off x="6799486" y="3089690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42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2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59 h 740695"/>
                <a:gd name="connsiteX15" fmla="*/ 742837 w 1484930"/>
                <a:gd name="connsiteY15" fmla="*/ 248186 h 740695"/>
                <a:gd name="connsiteX16" fmla="*/ 899495 w 1484930"/>
                <a:gd name="connsiteY16" fmla="*/ 96754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18 w 1484930"/>
                <a:gd name="connsiteY27" fmla="*/ 281640 h 740695"/>
                <a:gd name="connsiteX28" fmla="*/ 469790 w 1484930"/>
                <a:gd name="connsiteY28" fmla="*/ 210764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52 w 1484930"/>
                <a:gd name="connsiteY31" fmla="*/ 178614 h 740695"/>
                <a:gd name="connsiteX32" fmla="*/ 1015398 w 1484930"/>
                <a:gd name="connsiteY32" fmla="*/ 208431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606 h 740695"/>
                <a:gd name="connsiteX36" fmla="*/ 930231 w 1484930"/>
                <a:gd name="connsiteY36" fmla="*/ 462026 h 740695"/>
                <a:gd name="connsiteX37" fmla="*/ 1015337 w 1484930"/>
                <a:gd name="connsiteY37" fmla="*/ 532720 h 740695"/>
                <a:gd name="connsiteX38" fmla="*/ 1102052 w 1484930"/>
                <a:gd name="connsiteY38" fmla="*/ 562537 h 740695"/>
                <a:gd name="connsiteX39" fmla="*/ 1106985 w 1484930"/>
                <a:gd name="connsiteY39" fmla="*/ 562537 h 740695"/>
                <a:gd name="connsiteX40" fmla="*/ 1288141 w 1484930"/>
                <a:gd name="connsiteY40" fmla="*/ 370545 h 740695"/>
                <a:gd name="connsiteX41" fmla="*/ 1106985 w 1484930"/>
                <a:gd name="connsiteY41" fmla="*/ 178614 h 740695"/>
                <a:gd name="connsiteX42" fmla="*/ 1102052 w 1484930"/>
                <a:gd name="connsiteY42" fmla="*/ 178614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0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44" y="543326"/>
                    <a:pt x="644435" y="599884"/>
                    <a:pt x="585496" y="646609"/>
                  </a:cubicBezTo>
                  <a:cubicBezTo>
                    <a:pt x="521185" y="697607"/>
                    <a:pt x="447888" y="737863"/>
                    <a:pt x="377642" y="740514"/>
                  </a:cubicBezTo>
                  <a:lnTo>
                    <a:pt x="370827" y="740635"/>
                  </a:lnTo>
                  <a:cubicBezTo>
                    <a:pt x="169150" y="740635"/>
                    <a:pt x="5191" y="582354"/>
                    <a:pt x="121" y="382332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091"/>
                    <a:pt x="521306" y="47362"/>
                    <a:pt x="585876" y="97859"/>
                  </a:cubicBezTo>
                  <a:cubicBezTo>
                    <a:pt x="644996" y="144100"/>
                    <a:pt x="699912" y="200158"/>
                    <a:pt x="742837" y="248186"/>
                  </a:cubicBezTo>
                  <a:cubicBezTo>
                    <a:pt x="785701" y="200022"/>
                    <a:pt x="840495" y="143479"/>
                    <a:pt x="899495" y="96754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61" y="481480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401"/>
                    <a:pt x="441589" y="552901"/>
                    <a:pt x="469472" y="534993"/>
                  </a:cubicBezTo>
                  <a:cubicBezTo>
                    <a:pt x="498857" y="516175"/>
                    <a:pt x="528167" y="490616"/>
                    <a:pt x="554517" y="464435"/>
                  </a:cubicBezTo>
                  <a:cubicBezTo>
                    <a:pt x="590885" y="428255"/>
                    <a:pt x="620437" y="391832"/>
                    <a:pt x="635282" y="372817"/>
                  </a:cubicBezTo>
                  <a:cubicBezTo>
                    <a:pt x="631275" y="367636"/>
                    <a:pt x="626190" y="361212"/>
                    <a:pt x="620195" y="353864"/>
                  </a:cubicBezTo>
                  <a:cubicBezTo>
                    <a:pt x="603999" y="334107"/>
                    <a:pt x="581292" y="307820"/>
                    <a:pt x="555018" y="281640"/>
                  </a:cubicBezTo>
                  <a:cubicBezTo>
                    <a:pt x="528668" y="255338"/>
                    <a:pt x="499283" y="229718"/>
                    <a:pt x="469790" y="210764"/>
                  </a:cubicBezTo>
                  <a:cubicBezTo>
                    <a:pt x="441771" y="192749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52" y="178614"/>
                  </a:moveTo>
                  <a:cubicBezTo>
                    <a:pt x="1078859" y="178614"/>
                    <a:pt x="1045208" y="189280"/>
                    <a:pt x="1015398" y="208431"/>
                  </a:cubicBezTo>
                  <a:cubicBezTo>
                    <a:pt x="985951" y="227309"/>
                    <a:pt x="956642" y="252868"/>
                    <a:pt x="930292" y="279049"/>
                  </a:cubicBezTo>
                  <a:cubicBezTo>
                    <a:pt x="904078" y="305154"/>
                    <a:pt x="881310" y="331395"/>
                    <a:pt x="865115" y="351212"/>
                  </a:cubicBezTo>
                  <a:cubicBezTo>
                    <a:pt x="858922" y="358743"/>
                    <a:pt x="853731" y="365288"/>
                    <a:pt x="849648" y="370606"/>
                  </a:cubicBezTo>
                  <a:cubicBezTo>
                    <a:pt x="864432" y="389620"/>
                    <a:pt x="893924" y="425906"/>
                    <a:pt x="930231" y="462026"/>
                  </a:cubicBezTo>
                  <a:cubicBezTo>
                    <a:pt x="956581" y="488267"/>
                    <a:pt x="985891" y="513827"/>
                    <a:pt x="1015337" y="532720"/>
                  </a:cubicBezTo>
                  <a:cubicBezTo>
                    <a:pt x="1045208" y="551855"/>
                    <a:pt x="1078920" y="562537"/>
                    <a:pt x="1102052" y="562537"/>
                  </a:cubicBezTo>
                  <a:lnTo>
                    <a:pt x="1106985" y="562537"/>
                  </a:lnTo>
                  <a:cubicBezTo>
                    <a:pt x="1210897" y="559810"/>
                    <a:pt x="1288141" y="474934"/>
                    <a:pt x="1288141" y="370545"/>
                  </a:cubicBezTo>
                  <a:cubicBezTo>
                    <a:pt x="1288141" y="266140"/>
                    <a:pt x="1210897" y="181205"/>
                    <a:pt x="1106985" y="178614"/>
                  </a:cubicBezTo>
                  <a:lnTo>
                    <a:pt x="1102052" y="17861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4" name="Полилиния 83">
              <a:extLst>
                <a:ext uri="{FF2B5EF4-FFF2-40B4-BE49-F238E27FC236}">
                  <a16:creationId xmlns:a16="http://schemas.microsoft.com/office/drawing/2014/main" id="{DE1E548C-E4F6-D438-26F1-6E0F0D7FEE11}"/>
                </a:ext>
              </a:extLst>
            </p:cNvPr>
            <p:cNvSpPr/>
            <p:nvPr/>
          </p:nvSpPr>
          <p:spPr>
            <a:xfrm>
              <a:off x="8512109" y="3080100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17"/>
                    <a:pt x="571304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3"/>
                    <a:pt x="351959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5" name="Полилиния 84">
              <a:extLst>
                <a:ext uri="{FF2B5EF4-FFF2-40B4-BE49-F238E27FC236}">
                  <a16:creationId xmlns:a16="http://schemas.microsoft.com/office/drawing/2014/main" id="{9C247CAD-4F66-18A6-F214-A487B74957B9}"/>
                </a:ext>
              </a:extLst>
            </p:cNvPr>
            <p:cNvSpPr/>
            <p:nvPr/>
          </p:nvSpPr>
          <p:spPr>
            <a:xfrm>
              <a:off x="9514954" y="3080100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6 w 563036"/>
                <a:gd name="connsiteY1" fmla="*/ 0 h 759999"/>
                <a:gd name="connsiteX2" fmla="*/ 563036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6" y="0"/>
                  </a:lnTo>
                  <a:lnTo>
                    <a:pt x="563036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6" name="Полилиния 85">
              <a:extLst>
                <a:ext uri="{FF2B5EF4-FFF2-40B4-BE49-F238E27FC236}">
                  <a16:creationId xmlns:a16="http://schemas.microsoft.com/office/drawing/2014/main" id="{76518A80-28AC-9F1C-16C9-81173206AE75}"/>
                </a:ext>
              </a:extLst>
            </p:cNvPr>
            <p:cNvSpPr/>
            <p:nvPr/>
          </p:nvSpPr>
          <p:spPr>
            <a:xfrm>
              <a:off x="10336021" y="3080100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7" name="Полилиния 86">
              <a:extLst>
                <a:ext uri="{FF2B5EF4-FFF2-40B4-BE49-F238E27FC236}">
                  <a16:creationId xmlns:a16="http://schemas.microsoft.com/office/drawing/2014/main" id="{56550494-EF24-08B6-DE99-493FC2A37A92}"/>
                </a:ext>
              </a:extLst>
            </p:cNvPr>
            <p:cNvSpPr/>
            <p:nvPr/>
          </p:nvSpPr>
          <p:spPr>
            <a:xfrm>
              <a:off x="11305906" y="3073710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69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8 w 761373"/>
                <a:gd name="connsiteY6" fmla="*/ 75099 h 766357"/>
                <a:gd name="connsiteX7" fmla="*/ 380684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58"/>
                    <a:pt x="380669" y="766358"/>
                  </a:cubicBezTo>
                  <a:cubicBezTo>
                    <a:pt x="380669" y="766358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8" name="Полилиния 87">
              <a:extLst>
                <a:ext uri="{FF2B5EF4-FFF2-40B4-BE49-F238E27FC236}">
                  <a16:creationId xmlns:a16="http://schemas.microsoft.com/office/drawing/2014/main" id="{C09D3ACF-5D53-B7B6-CBA9-BA00D2F4C0B8}"/>
                </a:ext>
              </a:extLst>
            </p:cNvPr>
            <p:cNvSpPr/>
            <p:nvPr/>
          </p:nvSpPr>
          <p:spPr>
            <a:xfrm>
              <a:off x="6688197" y="2128670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6 w 744825"/>
                <a:gd name="connsiteY1" fmla="*/ 417528 h 760073"/>
                <a:gd name="connsiteX2" fmla="*/ 744826 w 744825"/>
                <a:gd name="connsiteY2" fmla="*/ 760074 h 760073"/>
                <a:gd name="connsiteX3" fmla="*/ 351945 w 744825"/>
                <a:gd name="connsiteY3" fmla="*/ 760074 h 760073"/>
                <a:gd name="connsiteX4" fmla="*/ 351960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32"/>
                    <a:pt x="571305" y="417528"/>
                    <a:pt x="744826" y="417528"/>
                  </a:cubicBezTo>
                  <a:lnTo>
                    <a:pt x="744826" y="760074"/>
                  </a:lnTo>
                  <a:lnTo>
                    <a:pt x="351945" y="760074"/>
                  </a:lnTo>
                  <a:cubicBezTo>
                    <a:pt x="351960" y="760044"/>
                    <a:pt x="351960" y="760013"/>
                    <a:pt x="351960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9" name="Полилиния 88">
              <a:extLst>
                <a:ext uri="{FF2B5EF4-FFF2-40B4-BE49-F238E27FC236}">
                  <a16:creationId xmlns:a16="http://schemas.microsoft.com/office/drawing/2014/main" id="{FC3F07CE-F022-3951-A4B3-B4433C2F9910}"/>
                </a:ext>
              </a:extLst>
            </p:cNvPr>
            <p:cNvSpPr/>
            <p:nvPr/>
          </p:nvSpPr>
          <p:spPr>
            <a:xfrm>
              <a:off x="7691042" y="2128670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1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1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0" name="Полилиния 89">
              <a:extLst>
                <a:ext uri="{FF2B5EF4-FFF2-40B4-BE49-F238E27FC236}">
                  <a16:creationId xmlns:a16="http://schemas.microsoft.com/office/drawing/2014/main" id="{FDEBABDD-E594-7741-6E79-9BD841A5FCC8}"/>
                </a:ext>
              </a:extLst>
            </p:cNvPr>
            <p:cNvSpPr/>
            <p:nvPr/>
          </p:nvSpPr>
          <p:spPr>
            <a:xfrm>
              <a:off x="8512109" y="2128670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1" name="Полилиния 90">
              <a:extLst>
                <a:ext uri="{FF2B5EF4-FFF2-40B4-BE49-F238E27FC236}">
                  <a16:creationId xmlns:a16="http://schemas.microsoft.com/office/drawing/2014/main" id="{E0EF2043-EBAE-380D-9F5C-C562504784EA}"/>
                </a:ext>
              </a:extLst>
            </p:cNvPr>
            <p:cNvSpPr/>
            <p:nvPr/>
          </p:nvSpPr>
          <p:spPr>
            <a:xfrm>
              <a:off x="9481994" y="2122280"/>
              <a:ext cx="761373" cy="766372"/>
            </a:xfrm>
            <a:custGeom>
              <a:avLst/>
              <a:gdLst>
                <a:gd name="connsiteX0" fmla="*/ 399901 w 761373"/>
                <a:gd name="connsiteY0" fmla="*/ 75099 h 766372"/>
                <a:gd name="connsiteX1" fmla="*/ 700208 w 761373"/>
                <a:gd name="connsiteY1" fmla="*/ 75099 h 766372"/>
                <a:gd name="connsiteX2" fmla="*/ 701422 w 761373"/>
                <a:gd name="connsiteY2" fmla="*/ 436751 h 766372"/>
                <a:gd name="connsiteX3" fmla="*/ 380669 w 761373"/>
                <a:gd name="connsiteY3" fmla="*/ 766373 h 766372"/>
                <a:gd name="connsiteX4" fmla="*/ 59963 w 761373"/>
                <a:gd name="connsiteY4" fmla="*/ 436766 h 766372"/>
                <a:gd name="connsiteX5" fmla="*/ 61177 w 761373"/>
                <a:gd name="connsiteY5" fmla="*/ 75099 h 766372"/>
                <a:gd name="connsiteX6" fmla="*/ 361468 w 761373"/>
                <a:gd name="connsiteY6" fmla="*/ 75099 h 766372"/>
                <a:gd name="connsiteX7" fmla="*/ 380684 w 761373"/>
                <a:gd name="connsiteY7" fmla="*/ 98341 h 766372"/>
                <a:gd name="connsiteX8" fmla="*/ 399901 w 761373"/>
                <a:gd name="connsiteY8" fmla="*/ 75099 h 766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72">
                  <a:moveTo>
                    <a:pt x="399901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73"/>
                    <a:pt x="380669" y="766373"/>
                  </a:cubicBezTo>
                  <a:cubicBezTo>
                    <a:pt x="380669" y="766373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01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2" name="Полилиния 91">
              <a:extLst>
                <a:ext uri="{FF2B5EF4-FFF2-40B4-BE49-F238E27FC236}">
                  <a16:creationId xmlns:a16="http://schemas.microsoft.com/office/drawing/2014/main" id="{15201535-4588-70BF-40FE-79077D3DD3CB}"/>
                </a:ext>
              </a:extLst>
            </p:cNvPr>
            <p:cNvSpPr/>
            <p:nvPr/>
          </p:nvSpPr>
          <p:spPr>
            <a:xfrm>
              <a:off x="10455840" y="2135064"/>
              <a:ext cx="717549" cy="740832"/>
            </a:xfrm>
            <a:custGeom>
              <a:avLst/>
              <a:gdLst>
                <a:gd name="connsiteX0" fmla="*/ 717549 w 717549"/>
                <a:gd name="connsiteY0" fmla="*/ 370409 h 740832"/>
                <a:gd name="connsiteX1" fmla="*/ 327901 w 717549"/>
                <a:gd name="connsiteY1" fmla="*/ 740832 h 740832"/>
                <a:gd name="connsiteX2" fmla="*/ 327901 w 717549"/>
                <a:gd name="connsiteY2" fmla="*/ 554431 h 740832"/>
                <a:gd name="connsiteX3" fmla="*/ 0 w 717549"/>
                <a:gd name="connsiteY3" fmla="*/ 554431 h 740832"/>
                <a:gd name="connsiteX4" fmla="*/ 0 w 717549"/>
                <a:gd name="connsiteY4" fmla="*/ 185295 h 740832"/>
                <a:gd name="connsiteX5" fmla="*/ 327901 w 717549"/>
                <a:gd name="connsiteY5" fmla="*/ 185295 h 740832"/>
                <a:gd name="connsiteX6" fmla="*/ 327901 w 717549"/>
                <a:gd name="connsiteY6" fmla="*/ 0 h 740832"/>
                <a:gd name="connsiteX7" fmla="*/ 717549 w 717549"/>
                <a:gd name="connsiteY7" fmla="*/ 37040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49" h="740832">
                  <a:moveTo>
                    <a:pt x="717549" y="370409"/>
                  </a:moveTo>
                  <a:lnTo>
                    <a:pt x="327901" y="740832"/>
                  </a:lnTo>
                  <a:lnTo>
                    <a:pt x="327901" y="554431"/>
                  </a:lnTo>
                  <a:lnTo>
                    <a:pt x="0" y="554431"/>
                  </a:lnTo>
                  <a:lnTo>
                    <a:pt x="0" y="185295"/>
                  </a:lnTo>
                  <a:lnTo>
                    <a:pt x="327901" y="185295"/>
                  </a:lnTo>
                  <a:lnTo>
                    <a:pt x="327901" y="0"/>
                  </a:lnTo>
                  <a:lnTo>
                    <a:pt x="717549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3" name="Полилиния 92">
              <a:extLst>
                <a:ext uri="{FF2B5EF4-FFF2-40B4-BE49-F238E27FC236}">
                  <a16:creationId xmlns:a16="http://schemas.microsoft.com/office/drawing/2014/main" id="{5E6D1562-5F57-1593-8017-CB3CDB1B9626}"/>
                </a:ext>
              </a:extLst>
            </p:cNvPr>
            <p:cNvSpPr/>
            <p:nvPr/>
          </p:nvSpPr>
          <p:spPr>
            <a:xfrm>
              <a:off x="11340353" y="2126776"/>
              <a:ext cx="765058" cy="763679"/>
            </a:xfrm>
            <a:custGeom>
              <a:avLst/>
              <a:gdLst>
                <a:gd name="connsiteX0" fmla="*/ 382530 w 765058"/>
                <a:gd name="connsiteY0" fmla="*/ 0 h 763679"/>
                <a:gd name="connsiteX1" fmla="*/ 765058 w 765058"/>
                <a:gd name="connsiteY1" fmla="*/ 381832 h 763679"/>
                <a:gd name="connsiteX2" fmla="*/ 382530 w 765058"/>
                <a:gd name="connsiteY2" fmla="*/ 763680 h 763679"/>
                <a:gd name="connsiteX3" fmla="*/ 0 w 765058"/>
                <a:gd name="connsiteY3" fmla="*/ 381832 h 763679"/>
                <a:gd name="connsiteX4" fmla="*/ 382530 w 765058"/>
                <a:gd name="connsiteY4" fmla="*/ 0 h 763679"/>
                <a:gd name="connsiteX5" fmla="*/ 542663 w 765058"/>
                <a:gd name="connsiteY5" fmla="*/ 442709 h 763679"/>
                <a:gd name="connsiteX6" fmla="*/ 538170 w 765058"/>
                <a:gd name="connsiteY6" fmla="*/ 453026 h 763679"/>
                <a:gd name="connsiteX7" fmla="*/ 515083 w 765058"/>
                <a:gd name="connsiteY7" fmla="*/ 487192 h 763679"/>
                <a:gd name="connsiteX8" fmla="*/ 386339 w 765058"/>
                <a:gd name="connsiteY8" fmla="*/ 538674 h 763679"/>
                <a:gd name="connsiteX9" fmla="*/ 252495 w 765058"/>
                <a:gd name="connsiteY9" fmla="*/ 489585 h 763679"/>
                <a:gd name="connsiteX10" fmla="*/ 222623 w 765058"/>
                <a:gd name="connsiteY10" fmla="*/ 456420 h 763679"/>
                <a:gd name="connsiteX11" fmla="*/ 216035 w 765058"/>
                <a:gd name="connsiteY11" fmla="*/ 446330 h 763679"/>
                <a:gd name="connsiteX12" fmla="*/ 214776 w 765058"/>
                <a:gd name="connsiteY12" fmla="*/ 444133 h 763679"/>
                <a:gd name="connsiteX13" fmla="*/ 214701 w 765058"/>
                <a:gd name="connsiteY13" fmla="*/ 443981 h 763679"/>
                <a:gd name="connsiteX14" fmla="*/ 214746 w 765058"/>
                <a:gd name="connsiteY14" fmla="*/ 444103 h 763679"/>
                <a:gd name="connsiteX15" fmla="*/ 214791 w 765058"/>
                <a:gd name="connsiteY15" fmla="*/ 444178 h 763679"/>
                <a:gd name="connsiteX16" fmla="*/ 214806 w 765058"/>
                <a:gd name="connsiteY16" fmla="*/ 444209 h 763679"/>
                <a:gd name="connsiteX17" fmla="*/ 209979 w 765058"/>
                <a:gd name="connsiteY17" fmla="*/ 447193 h 763679"/>
                <a:gd name="connsiteX18" fmla="*/ 142147 w 765058"/>
                <a:gd name="connsiteY18" fmla="*/ 488464 h 763679"/>
                <a:gd name="connsiteX19" fmla="*/ 137320 w 765058"/>
                <a:gd name="connsiteY19" fmla="*/ 491449 h 763679"/>
                <a:gd name="connsiteX20" fmla="*/ 137335 w 765058"/>
                <a:gd name="connsiteY20" fmla="*/ 491510 h 763679"/>
                <a:gd name="connsiteX21" fmla="*/ 137396 w 765058"/>
                <a:gd name="connsiteY21" fmla="*/ 491616 h 763679"/>
                <a:gd name="connsiteX22" fmla="*/ 137517 w 765058"/>
                <a:gd name="connsiteY22" fmla="*/ 491843 h 763679"/>
                <a:gd name="connsiteX23" fmla="*/ 137836 w 765058"/>
                <a:gd name="connsiteY23" fmla="*/ 492479 h 763679"/>
                <a:gd name="connsiteX24" fmla="*/ 138777 w 765058"/>
                <a:gd name="connsiteY24" fmla="*/ 494222 h 763679"/>
                <a:gd name="connsiteX25" fmla="*/ 141813 w 765058"/>
                <a:gd name="connsiteY25" fmla="*/ 499600 h 763679"/>
                <a:gd name="connsiteX26" fmla="*/ 152893 w 765058"/>
                <a:gd name="connsiteY26" fmla="*/ 516630 h 763679"/>
                <a:gd name="connsiteX27" fmla="*/ 197033 w 765058"/>
                <a:gd name="connsiteY27" fmla="*/ 565764 h 763679"/>
                <a:gd name="connsiteX28" fmla="*/ 386339 w 765058"/>
                <a:gd name="connsiteY28" fmla="*/ 636367 h 763679"/>
                <a:gd name="connsiteX29" fmla="*/ 577983 w 765058"/>
                <a:gd name="connsiteY29" fmla="*/ 555946 h 763679"/>
                <a:gd name="connsiteX30" fmla="*/ 616081 w 765058"/>
                <a:gd name="connsiteY30" fmla="*/ 499433 h 763679"/>
                <a:gd name="connsiteX31" fmla="*/ 624535 w 765058"/>
                <a:gd name="connsiteY31" fmla="*/ 479859 h 763679"/>
                <a:gd name="connsiteX32" fmla="*/ 626721 w 765058"/>
                <a:gd name="connsiteY32" fmla="*/ 473632 h 763679"/>
                <a:gd name="connsiteX33" fmla="*/ 627374 w 765058"/>
                <a:gd name="connsiteY33" fmla="*/ 471571 h 763679"/>
                <a:gd name="connsiteX34" fmla="*/ 627602 w 765058"/>
                <a:gd name="connsiteY34" fmla="*/ 470814 h 763679"/>
                <a:gd name="connsiteX35" fmla="*/ 627678 w 765058"/>
                <a:gd name="connsiteY35" fmla="*/ 470526 h 763679"/>
                <a:gd name="connsiteX36" fmla="*/ 627708 w 765058"/>
                <a:gd name="connsiteY36" fmla="*/ 470389 h 763679"/>
                <a:gd name="connsiteX37" fmla="*/ 627738 w 765058"/>
                <a:gd name="connsiteY37" fmla="*/ 470329 h 763679"/>
                <a:gd name="connsiteX38" fmla="*/ 622471 w 765058"/>
                <a:gd name="connsiteY38" fmla="*/ 468465 h 763679"/>
                <a:gd name="connsiteX39" fmla="*/ 548583 w 765058"/>
                <a:gd name="connsiteY39" fmla="*/ 442769 h 763679"/>
                <a:gd name="connsiteX40" fmla="*/ 543315 w 765058"/>
                <a:gd name="connsiteY40" fmla="*/ 440906 h 763679"/>
                <a:gd name="connsiteX41" fmla="*/ 543331 w 765058"/>
                <a:gd name="connsiteY41" fmla="*/ 440845 h 763679"/>
                <a:gd name="connsiteX42" fmla="*/ 543360 w 765058"/>
                <a:gd name="connsiteY42" fmla="*/ 440754 h 763679"/>
                <a:gd name="connsiteX43" fmla="*/ 543407 w 765058"/>
                <a:gd name="connsiteY43" fmla="*/ 440587 h 763679"/>
                <a:gd name="connsiteX44" fmla="*/ 542663 w 765058"/>
                <a:gd name="connsiteY44" fmla="*/ 442709 h 763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79">
                  <a:moveTo>
                    <a:pt x="382530" y="0"/>
                  </a:moveTo>
                  <a:cubicBezTo>
                    <a:pt x="593799" y="0"/>
                    <a:pt x="765058" y="170963"/>
                    <a:pt x="765058" y="381832"/>
                  </a:cubicBezTo>
                  <a:cubicBezTo>
                    <a:pt x="765058" y="592717"/>
                    <a:pt x="593799" y="763665"/>
                    <a:pt x="382530" y="763680"/>
                  </a:cubicBezTo>
                  <a:cubicBezTo>
                    <a:pt x="171274" y="763680"/>
                    <a:pt x="0" y="592717"/>
                    <a:pt x="0" y="381832"/>
                  </a:cubicBezTo>
                  <a:cubicBezTo>
                    <a:pt x="0" y="170963"/>
                    <a:pt x="171260" y="0"/>
                    <a:pt x="382530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3" y="462117"/>
                    <a:pt x="526346" y="474616"/>
                    <a:pt x="515083" y="487192"/>
                  </a:cubicBezTo>
                  <a:cubicBezTo>
                    <a:pt x="493409" y="511327"/>
                    <a:pt x="454779" y="538674"/>
                    <a:pt x="386339" y="538674"/>
                  </a:cubicBezTo>
                  <a:cubicBezTo>
                    <a:pt x="322650" y="538674"/>
                    <a:pt x="279634" y="513645"/>
                    <a:pt x="252495" y="489585"/>
                  </a:cubicBezTo>
                  <a:cubicBezTo>
                    <a:pt x="238712" y="477374"/>
                    <a:pt x="228877" y="465238"/>
                    <a:pt x="222623" y="456420"/>
                  </a:cubicBezTo>
                  <a:cubicBezTo>
                    <a:pt x="219511" y="452042"/>
                    <a:pt x="217326" y="448526"/>
                    <a:pt x="216035" y="446330"/>
                  </a:cubicBezTo>
                  <a:cubicBezTo>
                    <a:pt x="215398" y="445254"/>
                    <a:pt x="214989" y="444496"/>
                    <a:pt x="214776" y="444133"/>
                  </a:cubicBezTo>
                  <a:lnTo>
                    <a:pt x="214701" y="443981"/>
                  </a:lnTo>
                  <a:cubicBezTo>
                    <a:pt x="214715" y="444012"/>
                    <a:pt x="214730" y="444057"/>
                    <a:pt x="214746" y="444103"/>
                  </a:cubicBezTo>
                  <a:cubicBezTo>
                    <a:pt x="214761" y="444118"/>
                    <a:pt x="214776" y="444148"/>
                    <a:pt x="214791" y="444178"/>
                  </a:cubicBezTo>
                  <a:lnTo>
                    <a:pt x="214806" y="444209"/>
                  </a:lnTo>
                  <a:cubicBezTo>
                    <a:pt x="214822" y="444209"/>
                    <a:pt x="214761" y="444269"/>
                    <a:pt x="209979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19"/>
                    <a:pt x="137320" y="491449"/>
                  </a:cubicBezTo>
                  <a:cubicBezTo>
                    <a:pt x="137320" y="491449"/>
                    <a:pt x="137320" y="491494"/>
                    <a:pt x="137335" y="491510"/>
                  </a:cubicBezTo>
                  <a:cubicBezTo>
                    <a:pt x="137351" y="491540"/>
                    <a:pt x="137365" y="491570"/>
                    <a:pt x="137396" y="491616"/>
                  </a:cubicBezTo>
                  <a:cubicBezTo>
                    <a:pt x="137427" y="491676"/>
                    <a:pt x="137472" y="491752"/>
                    <a:pt x="137517" y="491843"/>
                  </a:cubicBezTo>
                  <a:cubicBezTo>
                    <a:pt x="137593" y="492025"/>
                    <a:pt x="137715" y="492252"/>
                    <a:pt x="137836" y="492479"/>
                  </a:cubicBezTo>
                  <a:cubicBezTo>
                    <a:pt x="138079" y="492949"/>
                    <a:pt x="138397" y="493540"/>
                    <a:pt x="138777" y="494222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2" y="509797"/>
                    <a:pt x="152893" y="516630"/>
                  </a:cubicBezTo>
                  <a:cubicBezTo>
                    <a:pt x="162562" y="530250"/>
                    <a:pt x="177057" y="548053"/>
                    <a:pt x="197033" y="565764"/>
                  </a:cubicBezTo>
                  <a:cubicBezTo>
                    <a:pt x="237407" y="601550"/>
                    <a:pt x="299517" y="636367"/>
                    <a:pt x="386339" y="636367"/>
                  </a:cubicBezTo>
                  <a:cubicBezTo>
                    <a:pt x="479474" y="636367"/>
                    <a:pt x="540447" y="597747"/>
                    <a:pt x="577983" y="555946"/>
                  </a:cubicBezTo>
                  <a:cubicBezTo>
                    <a:pt x="596304" y="535538"/>
                    <a:pt x="608431" y="515069"/>
                    <a:pt x="616081" y="499433"/>
                  </a:cubicBezTo>
                  <a:cubicBezTo>
                    <a:pt x="619921" y="491600"/>
                    <a:pt x="622669" y="484873"/>
                    <a:pt x="624535" y="479859"/>
                  </a:cubicBezTo>
                  <a:cubicBezTo>
                    <a:pt x="625477" y="477344"/>
                    <a:pt x="626190" y="475253"/>
                    <a:pt x="626721" y="473632"/>
                  </a:cubicBezTo>
                  <a:cubicBezTo>
                    <a:pt x="626979" y="472829"/>
                    <a:pt x="627207" y="472131"/>
                    <a:pt x="627374" y="471571"/>
                  </a:cubicBezTo>
                  <a:cubicBezTo>
                    <a:pt x="627465" y="471298"/>
                    <a:pt x="627526" y="471041"/>
                    <a:pt x="627602" y="470814"/>
                  </a:cubicBezTo>
                  <a:cubicBezTo>
                    <a:pt x="627632" y="470723"/>
                    <a:pt x="627662" y="470617"/>
                    <a:pt x="627678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3" y="442769"/>
                  </a:lnTo>
                  <a:cubicBezTo>
                    <a:pt x="543649" y="441042"/>
                    <a:pt x="543331" y="440921"/>
                    <a:pt x="543315" y="440906"/>
                  </a:cubicBezTo>
                  <a:cubicBezTo>
                    <a:pt x="543315" y="440890"/>
                    <a:pt x="543331" y="440860"/>
                    <a:pt x="543331" y="440845"/>
                  </a:cubicBezTo>
                  <a:cubicBezTo>
                    <a:pt x="543331" y="440815"/>
                    <a:pt x="543346" y="440784"/>
                    <a:pt x="543360" y="440754"/>
                  </a:cubicBezTo>
                  <a:cubicBezTo>
                    <a:pt x="543376" y="440693"/>
                    <a:pt x="543391" y="440633"/>
                    <a:pt x="543407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4" name="Полилиния 93">
              <a:extLst>
                <a:ext uri="{FF2B5EF4-FFF2-40B4-BE49-F238E27FC236}">
                  <a16:creationId xmlns:a16="http://schemas.microsoft.com/office/drawing/2014/main" id="{300D23A6-CBBE-5DF4-9004-5413B545ECF0}"/>
                </a:ext>
              </a:extLst>
            </p:cNvPr>
            <p:cNvSpPr/>
            <p:nvPr/>
          </p:nvSpPr>
          <p:spPr>
            <a:xfrm>
              <a:off x="184790" y="2128670"/>
              <a:ext cx="742205" cy="759998"/>
            </a:xfrm>
            <a:custGeom>
              <a:avLst/>
              <a:gdLst>
                <a:gd name="connsiteX0" fmla="*/ 742205 w 742205"/>
                <a:gd name="connsiteY0" fmla="*/ 759998 h 759998"/>
                <a:gd name="connsiteX1" fmla="*/ 0 w 742205"/>
                <a:gd name="connsiteY1" fmla="*/ 759998 h 759998"/>
                <a:gd name="connsiteX2" fmla="*/ 0 w 742205"/>
                <a:gd name="connsiteY2" fmla="*/ 0 h 759998"/>
                <a:gd name="connsiteX3" fmla="*/ 371103 w 742205"/>
                <a:gd name="connsiteY3" fmla="*/ 380014 h 759998"/>
                <a:gd name="connsiteX4" fmla="*/ 742205 w 742205"/>
                <a:gd name="connsiteY4" fmla="*/ 0 h 759998"/>
                <a:gd name="connsiteX5" fmla="*/ 742205 w 742205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205" h="759998">
                  <a:moveTo>
                    <a:pt x="742205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3" y="380014"/>
                  </a:lnTo>
                  <a:lnTo>
                    <a:pt x="742205" y="0"/>
                  </a:lnTo>
                  <a:lnTo>
                    <a:pt x="742205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5" name="Полилиния 94">
              <a:extLst>
                <a:ext uri="{FF2B5EF4-FFF2-40B4-BE49-F238E27FC236}">
                  <a16:creationId xmlns:a16="http://schemas.microsoft.com/office/drawing/2014/main" id="{44A311F3-6F85-5C2C-22C7-E0534F8ACA75}"/>
                </a:ext>
              </a:extLst>
            </p:cNvPr>
            <p:cNvSpPr/>
            <p:nvPr/>
          </p:nvSpPr>
          <p:spPr>
            <a:xfrm>
              <a:off x="1154674" y="2122280"/>
              <a:ext cx="761376" cy="766372"/>
            </a:xfrm>
            <a:custGeom>
              <a:avLst/>
              <a:gdLst>
                <a:gd name="connsiteX0" fmla="*/ 399910 w 761376"/>
                <a:gd name="connsiteY0" fmla="*/ 75099 h 766372"/>
                <a:gd name="connsiteX1" fmla="*/ 700211 w 761376"/>
                <a:gd name="connsiteY1" fmla="*/ 75099 h 766372"/>
                <a:gd name="connsiteX2" fmla="*/ 701425 w 761376"/>
                <a:gd name="connsiteY2" fmla="*/ 436751 h 766372"/>
                <a:gd name="connsiteX3" fmla="*/ 380671 w 761376"/>
                <a:gd name="connsiteY3" fmla="*/ 766373 h 766372"/>
                <a:gd name="connsiteX4" fmla="*/ 59958 w 761376"/>
                <a:gd name="connsiteY4" fmla="*/ 436766 h 766372"/>
                <a:gd name="connsiteX5" fmla="*/ 61180 w 761376"/>
                <a:gd name="connsiteY5" fmla="*/ 75099 h 766372"/>
                <a:gd name="connsiteX6" fmla="*/ 361465 w 761376"/>
                <a:gd name="connsiteY6" fmla="*/ 75099 h 766372"/>
                <a:gd name="connsiteX7" fmla="*/ 380683 w 761376"/>
                <a:gd name="connsiteY7" fmla="*/ 98341 h 766372"/>
                <a:gd name="connsiteX8" fmla="*/ 399910 w 761376"/>
                <a:gd name="connsiteY8" fmla="*/ 75099 h 766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6" h="766372">
                  <a:moveTo>
                    <a:pt x="399910" y="75099"/>
                  </a:moveTo>
                  <a:cubicBezTo>
                    <a:pt x="482693" y="-25018"/>
                    <a:pt x="617397" y="-25018"/>
                    <a:pt x="700211" y="75099"/>
                  </a:cubicBezTo>
                  <a:cubicBezTo>
                    <a:pt x="781294" y="173186"/>
                    <a:pt x="781826" y="328664"/>
                    <a:pt x="701425" y="436751"/>
                  </a:cubicBezTo>
                  <a:cubicBezTo>
                    <a:pt x="621039" y="544837"/>
                    <a:pt x="380671" y="766373"/>
                    <a:pt x="380671" y="766373"/>
                  </a:cubicBezTo>
                  <a:cubicBezTo>
                    <a:pt x="380671" y="766373"/>
                    <a:pt x="140366" y="544867"/>
                    <a:pt x="59958" y="436766"/>
                  </a:cubicBezTo>
                  <a:cubicBezTo>
                    <a:pt x="-20451" y="328664"/>
                    <a:pt x="-19924" y="173186"/>
                    <a:pt x="61180" y="75099"/>
                  </a:cubicBezTo>
                  <a:cubicBezTo>
                    <a:pt x="143963" y="-25033"/>
                    <a:pt x="278682" y="-25033"/>
                    <a:pt x="361465" y="75099"/>
                  </a:cubicBezTo>
                  <a:lnTo>
                    <a:pt x="380683" y="98341"/>
                  </a:lnTo>
                  <a:lnTo>
                    <a:pt x="399910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6" name="Полилиния 95">
              <a:extLst>
                <a:ext uri="{FF2B5EF4-FFF2-40B4-BE49-F238E27FC236}">
                  <a16:creationId xmlns:a16="http://schemas.microsoft.com/office/drawing/2014/main" id="{7A9372D7-31E2-7C5C-09AA-AB6C5B8500C2}"/>
                </a:ext>
              </a:extLst>
            </p:cNvPr>
            <p:cNvSpPr/>
            <p:nvPr/>
          </p:nvSpPr>
          <p:spPr>
            <a:xfrm>
              <a:off x="2128538" y="2135064"/>
              <a:ext cx="717534" cy="740832"/>
            </a:xfrm>
            <a:custGeom>
              <a:avLst/>
              <a:gdLst>
                <a:gd name="connsiteX0" fmla="*/ 717534 w 717534"/>
                <a:gd name="connsiteY0" fmla="*/ 370409 h 740832"/>
                <a:gd name="connsiteX1" fmla="*/ 327886 w 717534"/>
                <a:gd name="connsiteY1" fmla="*/ 740832 h 740832"/>
                <a:gd name="connsiteX2" fmla="*/ 327886 w 717534"/>
                <a:gd name="connsiteY2" fmla="*/ 554431 h 740832"/>
                <a:gd name="connsiteX3" fmla="*/ 0 w 717534"/>
                <a:gd name="connsiteY3" fmla="*/ 554431 h 740832"/>
                <a:gd name="connsiteX4" fmla="*/ 0 w 717534"/>
                <a:gd name="connsiteY4" fmla="*/ 185295 h 740832"/>
                <a:gd name="connsiteX5" fmla="*/ 327886 w 717534"/>
                <a:gd name="connsiteY5" fmla="*/ 185295 h 740832"/>
                <a:gd name="connsiteX6" fmla="*/ 327886 w 717534"/>
                <a:gd name="connsiteY6" fmla="*/ 0 h 740832"/>
                <a:gd name="connsiteX7" fmla="*/ 717534 w 717534"/>
                <a:gd name="connsiteY7" fmla="*/ 37040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32">
                  <a:moveTo>
                    <a:pt x="717534" y="370409"/>
                  </a:moveTo>
                  <a:lnTo>
                    <a:pt x="327886" y="740832"/>
                  </a:lnTo>
                  <a:lnTo>
                    <a:pt x="327886" y="554431"/>
                  </a:lnTo>
                  <a:lnTo>
                    <a:pt x="0" y="554431"/>
                  </a:lnTo>
                  <a:lnTo>
                    <a:pt x="0" y="185295"/>
                  </a:lnTo>
                  <a:lnTo>
                    <a:pt x="327886" y="185295"/>
                  </a:lnTo>
                  <a:lnTo>
                    <a:pt x="327886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7" name="Полилиния 96">
              <a:extLst>
                <a:ext uri="{FF2B5EF4-FFF2-40B4-BE49-F238E27FC236}">
                  <a16:creationId xmlns:a16="http://schemas.microsoft.com/office/drawing/2014/main" id="{4F0668B1-CBE8-074F-94AC-7F6010B7F435}"/>
                </a:ext>
              </a:extLst>
            </p:cNvPr>
            <p:cNvSpPr/>
            <p:nvPr/>
          </p:nvSpPr>
          <p:spPr>
            <a:xfrm>
              <a:off x="3013036" y="2126776"/>
              <a:ext cx="765058" cy="763679"/>
            </a:xfrm>
            <a:custGeom>
              <a:avLst/>
              <a:gdLst>
                <a:gd name="connsiteX0" fmla="*/ 382529 w 765058"/>
                <a:gd name="connsiteY0" fmla="*/ 0 h 763679"/>
                <a:gd name="connsiteX1" fmla="*/ 765058 w 765058"/>
                <a:gd name="connsiteY1" fmla="*/ 381832 h 763679"/>
                <a:gd name="connsiteX2" fmla="*/ 382529 w 765058"/>
                <a:gd name="connsiteY2" fmla="*/ 763680 h 763679"/>
                <a:gd name="connsiteX3" fmla="*/ 0 w 765058"/>
                <a:gd name="connsiteY3" fmla="*/ 381832 h 763679"/>
                <a:gd name="connsiteX4" fmla="*/ 382529 w 765058"/>
                <a:gd name="connsiteY4" fmla="*/ 0 h 763679"/>
                <a:gd name="connsiteX5" fmla="*/ 542663 w 765058"/>
                <a:gd name="connsiteY5" fmla="*/ 442709 h 763679"/>
                <a:gd name="connsiteX6" fmla="*/ 538170 w 765058"/>
                <a:gd name="connsiteY6" fmla="*/ 453026 h 763679"/>
                <a:gd name="connsiteX7" fmla="*/ 515083 w 765058"/>
                <a:gd name="connsiteY7" fmla="*/ 487192 h 763679"/>
                <a:gd name="connsiteX8" fmla="*/ 386339 w 765058"/>
                <a:gd name="connsiteY8" fmla="*/ 538674 h 763679"/>
                <a:gd name="connsiteX9" fmla="*/ 252495 w 765058"/>
                <a:gd name="connsiteY9" fmla="*/ 489585 h 763679"/>
                <a:gd name="connsiteX10" fmla="*/ 222624 w 765058"/>
                <a:gd name="connsiteY10" fmla="*/ 456420 h 763679"/>
                <a:gd name="connsiteX11" fmla="*/ 216036 w 765058"/>
                <a:gd name="connsiteY11" fmla="*/ 446330 h 763679"/>
                <a:gd name="connsiteX12" fmla="*/ 214776 w 765058"/>
                <a:gd name="connsiteY12" fmla="*/ 444133 h 763679"/>
                <a:gd name="connsiteX13" fmla="*/ 214700 w 765058"/>
                <a:gd name="connsiteY13" fmla="*/ 443981 h 763679"/>
                <a:gd name="connsiteX14" fmla="*/ 214746 w 765058"/>
                <a:gd name="connsiteY14" fmla="*/ 444103 h 763679"/>
                <a:gd name="connsiteX15" fmla="*/ 214791 w 765058"/>
                <a:gd name="connsiteY15" fmla="*/ 444178 h 763679"/>
                <a:gd name="connsiteX16" fmla="*/ 214807 w 765058"/>
                <a:gd name="connsiteY16" fmla="*/ 444209 h 763679"/>
                <a:gd name="connsiteX17" fmla="*/ 209980 w 765058"/>
                <a:gd name="connsiteY17" fmla="*/ 447193 h 763679"/>
                <a:gd name="connsiteX18" fmla="*/ 142147 w 765058"/>
                <a:gd name="connsiteY18" fmla="*/ 488464 h 763679"/>
                <a:gd name="connsiteX19" fmla="*/ 137320 w 765058"/>
                <a:gd name="connsiteY19" fmla="*/ 491449 h 763679"/>
                <a:gd name="connsiteX20" fmla="*/ 137335 w 765058"/>
                <a:gd name="connsiteY20" fmla="*/ 491510 h 763679"/>
                <a:gd name="connsiteX21" fmla="*/ 137396 w 765058"/>
                <a:gd name="connsiteY21" fmla="*/ 491616 h 763679"/>
                <a:gd name="connsiteX22" fmla="*/ 137517 w 765058"/>
                <a:gd name="connsiteY22" fmla="*/ 491843 h 763679"/>
                <a:gd name="connsiteX23" fmla="*/ 137836 w 765058"/>
                <a:gd name="connsiteY23" fmla="*/ 492479 h 763679"/>
                <a:gd name="connsiteX24" fmla="*/ 138777 w 765058"/>
                <a:gd name="connsiteY24" fmla="*/ 494222 h 763679"/>
                <a:gd name="connsiteX25" fmla="*/ 141813 w 765058"/>
                <a:gd name="connsiteY25" fmla="*/ 499600 h 763679"/>
                <a:gd name="connsiteX26" fmla="*/ 152893 w 765058"/>
                <a:gd name="connsiteY26" fmla="*/ 516630 h 763679"/>
                <a:gd name="connsiteX27" fmla="*/ 197032 w 765058"/>
                <a:gd name="connsiteY27" fmla="*/ 565764 h 763679"/>
                <a:gd name="connsiteX28" fmla="*/ 386339 w 765058"/>
                <a:gd name="connsiteY28" fmla="*/ 636367 h 763679"/>
                <a:gd name="connsiteX29" fmla="*/ 577983 w 765058"/>
                <a:gd name="connsiteY29" fmla="*/ 555946 h 763679"/>
                <a:gd name="connsiteX30" fmla="*/ 616081 w 765058"/>
                <a:gd name="connsiteY30" fmla="*/ 499433 h 763679"/>
                <a:gd name="connsiteX31" fmla="*/ 624535 w 765058"/>
                <a:gd name="connsiteY31" fmla="*/ 479859 h 763679"/>
                <a:gd name="connsiteX32" fmla="*/ 626721 w 765058"/>
                <a:gd name="connsiteY32" fmla="*/ 473632 h 763679"/>
                <a:gd name="connsiteX33" fmla="*/ 627374 w 765058"/>
                <a:gd name="connsiteY33" fmla="*/ 471571 h 763679"/>
                <a:gd name="connsiteX34" fmla="*/ 627602 w 765058"/>
                <a:gd name="connsiteY34" fmla="*/ 470814 h 763679"/>
                <a:gd name="connsiteX35" fmla="*/ 627677 w 765058"/>
                <a:gd name="connsiteY35" fmla="*/ 470526 h 763679"/>
                <a:gd name="connsiteX36" fmla="*/ 627708 w 765058"/>
                <a:gd name="connsiteY36" fmla="*/ 470389 h 763679"/>
                <a:gd name="connsiteX37" fmla="*/ 627738 w 765058"/>
                <a:gd name="connsiteY37" fmla="*/ 470329 h 763679"/>
                <a:gd name="connsiteX38" fmla="*/ 622471 w 765058"/>
                <a:gd name="connsiteY38" fmla="*/ 468465 h 763679"/>
                <a:gd name="connsiteX39" fmla="*/ 548582 w 765058"/>
                <a:gd name="connsiteY39" fmla="*/ 442769 h 763679"/>
                <a:gd name="connsiteX40" fmla="*/ 543315 w 765058"/>
                <a:gd name="connsiteY40" fmla="*/ 440906 h 763679"/>
                <a:gd name="connsiteX41" fmla="*/ 543331 w 765058"/>
                <a:gd name="connsiteY41" fmla="*/ 440845 h 763679"/>
                <a:gd name="connsiteX42" fmla="*/ 543361 w 765058"/>
                <a:gd name="connsiteY42" fmla="*/ 440754 h 763679"/>
                <a:gd name="connsiteX43" fmla="*/ 543406 w 765058"/>
                <a:gd name="connsiteY43" fmla="*/ 440587 h 763679"/>
                <a:gd name="connsiteX44" fmla="*/ 542663 w 765058"/>
                <a:gd name="connsiteY44" fmla="*/ 442709 h 763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79">
                  <a:moveTo>
                    <a:pt x="382529" y="0"/>
                  </a:moveTo>
                  <a:cubicBezTo>
                    <a:pt x="593799" y="0"/>
                    <a:pt x="765058" y="170963"/>
                    <a:pt x="765058" y="381832"/>
                  </a:cubicBezTo>
                  <a:cubicBezTo>
                    <a:pt x="765058" y="592717"/>
                    <a:pt x="593799" y="763665"/>
                    <a:pt x="382529" y="763680"/>
                  </a:cubicBezTo>
                  <a:cubicBezTo>
                    <a:pt x="171274" y="763680"/>
                    <a:pt x="0" y="592717"/>
                    <a:pt x="0" y="381832"/>
                  </a:cubicBezTo>
                  <a:cubicBezTo>
                    <a:pt x="0" y="170963"/>
                    <a:pt x="171259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2" y="462117"/>
                    <a:pt x="526346" y="474616"/>
                    <a:pt x="515083" y="487192"/>
                  </a:cubicBezTo>
                  <a:cubicBezTo>
                    <a:pt x="493408" y="511327"/>
                    <a:pt x="454779" y="538674"/>
                    <a:pt x="386339" y="538674"/>
                  </a:cubicBezTo>
                  <a:cubicBezTo>
                    <a:pt x="322650" y="538674"/>
                    <a:pt x="279634" y="513645"/>
                    <a:pt x="252495" y="489585"/>
                  </a:cubicBezTo>
                  <a:cubicBezTo>
                    <a:pt x="238713" y="477374"/>
                    <a:pt x="228877" y="465238"/>
                    <a:pt x="222624" y="456420"/>
                  </a:cubicBezTo>
                  <a:cubicBezTo>
                    <a:pt x="219512" y="452042"/>
                    <a:pt x="217326" y="448526"/>
                    <a:pt x="216036" y="446330"/>
                  </a:cubicBezTo>
                  <a:cubicBezTo>
                    <a:pt x="215398" y="445254"/>
                    <a:pt x="214989" y="444496"/>
                    <a:pt x="214776" y="444133"/>
                  </a:cubicBezTo>
                  <a:lnTo>
                    <a:pt x="214700" y="443981"/>
                  </a:lnTo>
                  <a:cubicBezTo>
                    <a:pt x="214715" y="444012"/>
                    <a:pt x="214731" y="444057"/>
                    <a:pt x="214746" y="444103"/>
                  </a:cubicBezTo>
                  <a:cubicBezTo>
                    <a:pt x="214761" y="444118"/>
                    <a:pt x="214776" y="444148"/>
                    <a:pt x="214791" y="444178"/>
                  </a:cubicBezTo>
                  <a:lnTo>
                    <a:pt x="214807" y="444209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0" y="491419"/>
                    <a:pt x="137320" y="491449"/>
                  </a:cubicBezTo>
                  <a:cubicBezTo>
                    <a:pt x="137320" y="491449"/>
                    <a:pt x="137320" y="491494"/>
                    <a:pt x="137335" y="491510"/>
                  </a:cubicBezTo>
                  <a:cubicBezTo>
                    <a:pt x="137350" y="491540"/>
                    <a:pt x="137366" y="491570"/>
                    <a:pt x="137396" y="491616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593" y="492025"/>
                    <a:pt x="137715" y="492252"/>
                    <a:pt x="137836" y="492479"/>
                  </a:cubicBezTo>
                  <a:cubicBezTo>
                    <a:pt x="138079" y="492949"/>
                    <a:pt x="138398" y="493540"/>
                    <a:pt x="138777" y="494222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47" y="597747"/>
                    <a:pt x="577983" y="555946"/>
                  </a:cubicBezTo>
                  <a:cubicBezTo>
                    <a:pt x="596303" y="535538"/>
                    <a:pt x="608431" y="515069"/>
                    <a:pt x="616081" y="499433"/>
                  </a:cubicBezTo>
                  <a:cubicBezTo>
                    <a:pt x="619921" y="491600"/>
                    <a:pt x="622669" y="484873"/>
                    <a:pt x="624535" y="479859"/>
                  </a:cubicBezTo>
                  <a:cubicBezTo>
                    <a:pt x="625477" y="477344"/>
                    <a:pt x="626190" y="475253"/>
                    <a:pt x="626721" y="473632"/>
                  </a:cubicBezTo>
                  <a:cubicBezTo>
                    <a:pt x="626979" y="472829"/>
                    <a:pt x="627207" y="472131"/>
                    <a:pt x="627374" y="471571"/>
                  </a:cubicBezTo>
                  <a:cubicBezTo>
                    <a:pt x="627465" y="471298"/>
                    <a:pt x="627526" y="471041"/>
                    <a:pt x="627602" y="470814"/>
                  </a:cubicBezTo>
                  <a:cubicBezTo>
                    <a:pt x="627632" y="470723"/>
                    <a:pt x="627662" y="470617"/>
                    <a:pt x="627677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1" y="440921"/>
                    <a:pt x="543315" y="440906"/>
                  </a:cubicBezTo>
                  <a:cubicBezTo>
                    <a:pt x="543315" y="440890"/>
                    <a:pt x="543331" y="440860"/>
                    <a:pt x="543331" y="440845"/>
                  </a:cubicBezTo>
                  <a:cubicBezTo>
                    <a:pt x="543331" y="440815"/>
                    <a:pt x="543346" y="440784"/>
                    <a:pt x="543361" y="440754"/>
                  </a:cubicBezTo>
                  <a:cubicBezTo>
                    <a:pt x="543376" y="440693"/>
                    <a:pt x="543391" y="440633"/>
                    <a:pt x="543406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8" name="Полилиния 97">
              <a:extLst>
                <a:ext uri="{FF2B5EF4-FFF2-40B4-BE49-F238E27FC236}">
                  <a16:creationId xmlns:a16="http://schemas.microsoft.com/office/drawing/2014/main" id="{DC75724A-9EF9-9115-D84C-E9FF85C226D2}"/>
                </a:ext>
              </a:extLst>
            </p:cNvPr>
            <p:cNvSpPr/>
            <p:nvPr/>
          </p:nvSpPr>
          <p:spPr>
            <a:xfrm rot="5400000">
              <a:off x="4203750" y="192749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9" name="Полилиния 98">
              <a:extLst>
                <a:ext uri="{FF2B5EF4-FFF2-40B4-BE49-F238E27FC236}">
                  <a16:creationId xmlns:a16="http://schemas.microsoft.com/office/drawing/2014/main" id="{96D57B8D-CEDC-45D5-4584-57F928FF9E76}"/>
                </a:ext>
              </a:extLst>
            </p:cNvPr>
            <p:cNvSpPr/>
            <p:nvPr/>
          </p:nvSpPr>
          <p:spPr>
            <a:xfrm rot="5400000">
              <a:off x="4203750" y="2349005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0" name="Полилиния 99">
              <a:extLst>
                <a:ext uri="{FF2B5EF4-FFF2-40B4-BE49-F238E27FC236}">
                  <a16:creationId xmlns:a16="http://schemas.microsoft.com/office/drawing/2014/main" id="{049E3D34-A231-718C-6553-A39A8F9A0F79}"/>
                </a:ext>
              </a:extLst>
            </p:cNvPr>
            <p:cNvSpPr/>
            <p:nvPr/>
          </p:nvSpPr>
          <p:spPr>
            <a:xfrm>
              <a:off x="4975573" y="2138261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26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2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59 h 740695"/>
                <a:gd name="connsiteX15" fmla="*/ 742837 w 1484930"/>
                <a:gd name="connsiteY15" fmla="*/ 248186 h 740695"/>
                <a:gd name="connsiteX16" fmla="*/ 899495 w 1484930"/>
                <a:gd name="connsiteY16" fmla="*/ 96754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03 w 1484930"/>
                <a:gd name="connsiteY27" fmla="*/ 281640 h 740695"/>
                <a:gd name="connsiteX28" fmla="*/ 469791 w 1484930"/>
                <a:gd name="connsiteY28" fmla="*/ 210779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37 w 1484930"/>
                <a:gd name="connsiteY31" fmla="*/ 178614 h 740695"/>
                <a:gd name="connsiteX32" fmla="*/ 1015398 w 1484930"/>
                <a:gd name="connsiteY32" fmla="*/ 208431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606 h 740695"/>
                <a:gd name="connsiteX36" fmla="*/ 930231 w 1484930"/>
                <a:gd name="connsiteY36" fmla="*/ 462026 h 740695"/>
                <a:gd name="connsiteX37" fmla="*/ 1015337 w 1484930"/>
                <a:gd name="connsiteY37" fmla="*/ 532720 h 740695"/>
                <a:gd name="connsiteX38" fmla="*/ 1102037 w 1484930"/>
                <a:gd name="connsiteY38" fmla="*/ 562537 h 740695"/>
                <a:gd name="connsiteX39" fmla="*/ 1106985 w 1484930"/>
                <a:gd name="connsiteY39" fmla="*/ 562537 h 740695"/>
                <a:gd name="connsiteX40" fmla="*/ 1288141 w 1484930"/>
                <a:gd name="connsiteY40" fmla="*/ 370545 h 740695"/>
                <a:gd name="connsiteX41" fmla="*/ 1106985 w 1484930"/>
                <a:gd name="connsiteY41" fmla="*/ 178614 h 740695"/>
                <a:gd name="connsiteX42" fmla="*/ 1102037 w 1484930"/>
                <a:gd name="connsiteY42" fmla="*/ 178614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9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55"/>
                    <a:pt x="1328091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29" y="543341"/>
                    <a:pt x="644435" y="599884"/>
                    <a:pt x="585496" y="646609"/>
                  </a:cubicBezTo>
                  <a:cubicBezTo>
                    <a:pt x="521185" y="697607"/>
                    <a:pt x="447888" y="737863"/>
                    <a:pt x="377626" y="740514"/>
                  </a:cubicBezTo>
                  <a:lnTo>
                    <a:pt x="370827" y="740635"/>
                  </a:lnTo>
                  <a:cubicBezTo>
                    <a:pt x="169150" y="740635"/>
                    <a:pt x="5191" y="582354"/>
                    <a:pt x="121" y="382332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106"/>
                    <a:pt x="521306" y="47362"/>
                    <a:pt x="585876" y="97859"/>
                  </a:cubicBezTo>
                  <a:cubicBezTo>
                    <a:pt x="644996" y="144100"/>
                    <a:pt x="699912" y="200158"/>
                    <a:pt x="742837" y="248186"/>
                  </a:cubicBezTo>
                  <a:cubicBezTo>
                    <a:pt x="785701" y="200037"/>
                    <a:pt x="840495" y="143479"/>
                    <a:pt x="899495" y="96754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46" y="481480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401"/>
                    <a:pt x="441589" y="552901"/>
                    <a:pt x="469472" y="534993"/>
                  </a:cubicBezTo>
                  <a:cubicBezTo>
                    <a:pt x="498857" y="516175"/>
                    <a:pt x="528167" y="490616"/>
                    <a:pt x="554517" y="464435"/>
                  </a:cubicBezTo>
                  <a:cubicBezTo>
                    <a:pt x="590885" y="428254"/>
                    <a:pt x="620437" y="391832"/>
                    <a:pt x="635282" y="372817"/>
                  </a:cubicBezTo>
                  <a:cubicBezTo>
                    <a:pt x="631259" y="367636"/>
                    <a:pt x="626190" y="361212"/>
                    <a:pt x="620195" y="353864"/>
                  </a:cubicBezTo>
                  <a:cubicBezTo>
                    <a:pt x="603999" y="334122"/>
                    <a:pt x="581292" y="307820"/>
                    <a:pt x="555003" y="281640"/>
                  </a:cubicBezTo>
                  <a:cubicBezTo>
                    <a:pt x="528668" y="255338"/>
                    <a:pt x="499283" y="229718"/>
                    <a:pt x="469791" y="210779"/>
                  </a:cubicBezTo>
                  <a:cubicBezTo>
                    <a:pt x="441771" y="192749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37" y="178614"/>
                  </a:moveTo>
                  <a:cubicBezTo>
                    <a:pt x="1078844" y="178614"/>
                    <a:pt x="1045208" y="189295"/>
                    <a:pt x="1015398" y="208431"/>
                  </a:cubicBezTo>
                  <a:cubicBezTo>
                    <a:pt x="985951" y="227324"/>
                    <a:pt x="956642" y="252868"/>
                    <a:pt x="930292" y="279049"/>
                  </a:cubicBezTo>
                  <a:cubicBezTo>
                    <a:pt x="904079" y="305169"/>
                    <a:pt x="881311" y="331395"/>
                    <a:pt x="865115" y="351212"/>
                  </a:cubicBezTo>
                  <a:cubicBezTo>
                    <a:pt x="858922" y="358742"/>
                    <a:pt x="853731" y="365288"/>
                    <a:pt x="849648" y="370606"/>
                  </a:cubicBezTo>
                  <a:cubicBezTo>
                    <a:pt x="864432" y="389620"/>
                    <a:pt x="893924" y="425921"/>
                    <a:pt x="930231" y="462026"/>
                  </a:cubicBezTo>
                  <a:cubicBezTo>
                    <a:pt x="956581" y="488267"/>
                    <a:pt x="985891" y="513827"/>
                    <a:pt x="1015337" y="532720"/>
                  </a:cubicBezTo>
                  <a:cubicBezTo>
                    <a:pt x="1045208" y="551855"/>
                    <a:pt x="1078920" y="562537"/>
                    <a:pt x="1102037" y="562537"/>
                  </a:cubicBezTo>
                  <a:lnTo>
                    <a:pt x="1106985" y="562537"/>
                  </a:lnTo>
                  <a:cubicBezTo>
                    <a:pt x="1210897" y="559810"/>
                    <a:pt x="1288141" y="474934"/>
                    <a:pt x="1288141" y="370545"/>
                  </a:cubicBezTo>
                  <a:cubicBezTo>
                    <a:pt x="1288141" y="266140"/>
                    <a:pt x="1210897" y="181204"/>
                    <a:pt x="1106985" y="178614"/>
                  </a:cubicBezTo>
                  <a:lnTo>
                    <a:pt x="1102037" y="17861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1" name="Полилиния 100">
              <a:extLst>
                <a:ext uri="{FF2B5EF4-FFF2-40B4-BE49-F238E27FC236}">
                  <a16:creationId xmlns:a16="http://schemas.microsoft.com/office/drawing/2014/main" id="{308C553D-F87B-D277-055A-3593B04ED108}"/>
                </a:ext>
              </a:extLst>
            </p:cNvPr>
            <p:cNvSpPr/>
            <p:nvPr/>
          </p:nvSpPr>
          <p:spPr>
            <a:xfrm>
              <a:off x="6688197" y="4982958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6 w 744825"/>
                <a:gd name="connsiteY1" fmla="*/ 417513 h 760073"/>
                <a:gd name="connsiteX2" fmla="*/ 744826 w 744825"/>
                <a:gd name="connsiteY2" fmla="*/ 760074 h 760073"/>
                <a:gd name="connsiteX3" fmla="*/ 351945 w 744825"/>
                <a:gd name="connsiteY3" fmla="*/ 760074 h 760073"/>
                <a:gd name="connsiteX4" fmla="*/ 351960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17"/>
                    <a:pt x="571305" y="417513"/>
                    <a:pt x="744826" y="417513"/>
                  </a:cubicBezTo>
                  <a:lnTo>
                    <a:pt x="744826" y="760074"/>
                  </a:lnTo>
                  <a:lnTo>
                    <a:pt x="351945" y="760074"/>
                  </a:lnTo>
                  <a:cubicBezTo>
                    <a:pt x="351960" y="760044"/>
                    <a:pt x="351960" y="760013"/>
                    <a:pt x="351960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2" name="Полилиния 101">
              <a:extLst>
                <a:ext uri="{FF2B5EF4-FFF2-40B4-BE49-F238E27FC236}">
                  <a16:creationId xmlns:a16="http://schemas.microsoft.com/office/drawing/2014/main" id="{B1C37B44-197B-B864-A37F-D11A6E6F46A6}"/>
                </a:ext>
              </a:extLst>
            </p:cNvPr>
            <p:cNvSpPr/>
            <p:nvPr/>
          </p:nvSpPr>
          <p:spPr>
            <a:xfrm>
              <a:off x="7691042" y="4982958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1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1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3" name="Полилиния 102">
              <a:extLst>
                <a:ext uri="{FF2B5EF4-FFF2-40B4-BE49-F238E27FC236}">
                  <a16:creationId xmlns:a16="http://schemas.microsoft.com/office/drawing/2014/main" id="{BC10C386-5D0A-F3BE-5BD2-CFCB8FE3EA7F}"/>
                </a:ext>
              </a:extLst>
            </p:cNvPr>
            <p:cNvSpPr/>
            <p:nvPr/>
          </p:nvSpPr>
          <p:spPr>
            <a:xfrm>
              <a:off x="8512109" y="4982958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4" name="Полилиния 103">
              <a:extLst>
                <a:ext uri="{FF2B5EF4-FFF2-40B4-BE49-F238E27FC236}">
                  <a16:creationId xmlns:a16="http://schemas.microsoft.com/office/drawing/2014/main" id="{C34AF8C7-70CE-ED03-1446-94EA2B3302F2}"/>
                </a:ext>
              </a:extLst>
            </p:cNvPr>
            <p:cNvSpPr/>
            <p:nvPr/>
          </p:nvSpPr>
          <p:spPr>
            <a:xfrm>
              <a:off x="9481994" y="4976568"/>
              <a:ext cx="761373" cy="766357"/>
            </a:xfrm>
            <a:custGeom>
              <a:avLst/>
              <a:gdLst>
                <a:gd name="connsiteX0" fmla="*/ 399901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69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8 w 761373"/>
                <a:gd name="connsiteY6" fmla="*/ 75099 h 766357"/>
                <a:gd name="connsiteX7" fmla="*/ 380684 w 761373"/>
                <a:gd name="connsiteY7" fmla="*/ 98341 h 766357"/>
                <a:gd name="connsiteX8" fmla="*/ 399901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01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58"/>
                    <a:pt x="380669" y="766358"/>
                  </a:cubicBezTo>
                  <a:cubicBezTo>
                    <a:pt x="380669" y="766358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01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5" name="Полилиния 104">
              <a:extLst>
                <a:ext uri="{FF2B5EF4-FFF2-40B4-BE49-F238E27FC236}">
                  <a16:creationId xmlns:a16="http://schemas.microsoft.com/office/drawing/2014/main" id="{FD534745-3665-C236-464C-502636727C05}"/>
                </a:ext>
              </a:extLst>
            </p:cNvPr>
            <p:cNvSpPr/>
            <p:nvPr/>
          </p:nvSpPr>
          <p:spPr>
            <a:xfrm>
              <a:off x="10455840" y="4989352"/>
              <a:ext cx="717549" cy="740817"/>
            </a:xfrm>
            <a:custGeom>
              <a:avLst/>
              <a:gdLst>
                <a:gd name="connsiteX0" fmla="*/ 717549 w 717549"/>
                <a:gd name="connsiteY0" fmla="*/ 370409 h 740817"/>
                <a:gd name="connsiteX1" fmla="*/ 327901 w 717549"/>
                <a:gd name="connsiteY1" fmla="*/ 740817 h 740817"/>
                <a:gd name="connsiteX2" fmla="*/ 327901 w 717549"/>
                <a:gd name="connsiteY2" fmla="*/ 554431 h 740817"/>
                <a:gd name="connsiteX3" fmla="*/ 0 w 717549"/>
                <a:gd name="connsiteY3" fmla="*/ 554431 h 740817"/>
                <a:gd name="connsiteX4" fmla="*/ 0 w 717549"/>
                <a:gd name="connsiteY4" fmla="*/ 185280 h 740817"/>
                <a:gd name="connsiteX5" fmla="*/ 327901 w 717549"/>
                <a:gd name="connsiteY5" fmla="*/ 185280 h 740817"/>
                <a:gd name="connsiteX6" fmla="*/ 327901 w 717549"/>
                <a:gd name="connsiteY6" fmla="*/ 0 h 740817"/>
                <a:gd name="connsiteX7" fmla="*/ 717549 w 717549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49" h="740817">
                  <a:moveTo>
                    <a:pt x="717549" y="370409"/>
                  </a:moveTo>
                  <a:lnTo>
                    <a:pt x="327901" y="740817"/>
                  </a:lnTo>
                  <a:lnTo>
                    <a:pt x="327901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901" y="185280"/>
                  </a:lnTo>
                  <a:lnTo>
                    <a:pt x="327901" y="0"/>
                  </a:lnTo>
                  <a:lnTo>
                    <a:pt x="717549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6" name="Полилиния 105">
              <a:extLst>
                <a:ext uri="{FF2B5EF4-FFF2-40B4-BE49-F238E27FC236}">
                  <a16:creationId xmlns:a16="http://schemas.microsoft.com/office/drawing/2014/main" id="{17F088DE-F3AE-A05F-2C5A-1E920C2D854F}"/>
                </a:ext>
              </a:extLst>
            </p:cNvPr>
            <p:cNvSpPr/>
            <p:nvPr/>
          </p:nvSpPr>
          <p:spPr>
            <a:xfrm>
              <a:off x="11340353" y="4981065"/>
              <a:ext cx="765058" cy="763664"/>
            </a:xfrm>
            <a:custGeom>
              <a:avLst/>
              <a:gdLst>
                <a:gd name="connsiteX0" fmla="*/ 382530 w 765058"/>
                <a:gd name="connsiteY0" fmla="*/ 0 h 763664"/>
                <a:gd name="connsiteX1" fmla="*/ 765058 w 765058"/>
                <a:gd name="connsiteY1" fmla="*/ 381832 h 763664"/>
                <a:gd name="connsiteX2" fmla="*/ 382530 w 765058"/>
                <a:gd name="connsiteY2" fmla="*/ 763665 h 763664"/>
                <a:gd name="connsiteX3" fmla="*/ 0 w 765058"/>
                <a:gd name="connsiteY3" fmla="*/ 381832 h 763664"/>
                <a:gd name="connsiteX4" fmla="*/ 382530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11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70 h 763664"/>
                <a:gd name="connsiteX10" fmla="*/ 222623 w 765058"/>
                <a:gd name="connsiteY10" fmla="*/ 456420 h 763664"/>
                <a:gd name="connsiteX11" fmla="*/ 216035 w 765058"/>
                <a:gd name="connsiteY11" fmla="*/ 446330 h 763664"/>
                <a:gd name="connsiteX12" fmla="*/ 214776 w 765058"/>
                <a:gd name="connsiteY12" fmla="*/ 444117 h 763664"/>
                <a:gd name="connsiteX13" fmla="*/ 214701 w 765058"/>
                <a:gd name="connsiteY13" fmla="*/ 443981 h 763664"/>
                <a:gd name="connsiteX14" fmla="*/ 214746 w 765058"/>
                <a:gd name="connsiteY14" fmla="*/ 444087 h 763664"/>
                <a:gd name="connsiteX15" fmla="*/ 214791 w 765058"/>
                <a:gd name="connsiteY15" fmla="*/ 444163 h 763664"/>
                <a:gd name="connsiteX16" fmla="*/ 214806 w 765058"/>
                <a:gd name="connsiteY16" fmla="*/ 444193 h 763664"/>
                <a:gd name="connsiteX17" fmla="*/ 209979 w 765058"/>
                <a:gd name="connsiteY17" fmla="*/ 447178 h 763664"/>
                <a:gd name="connsiteX18" fmla="*/ 142147 w 765058"/>
                <a:gd name="connsiteY18" fmla="*/ 488464 h 763664"/>
                <a:gd name="connsiteX19" fmla="*/ 137320 w 765058"/>
                <a:gd name="connsiteY19" fmla="*/ 491434 h 763664"/>
                <a:gd name="connsiteX20" fmla="*/ 137335 w 765058"/>
                <a:gd name="connsiteY20" fmla="*/ 491494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585 h 763664"/>
                <a:gd name="connsiteX26" fmla="*/ 152893 w 765058"/>
                <a:gd name="connsiteY26" fmla="*/ 516630 h 763664"/>
                <a:gd name="connsiteX27" fmla="*/ 197033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3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2 w 765058"/>
                <a:gd name="connsiteY34" fmla="*/ 470814 h 763664"/>
                <a:gd name="connsiteX35" fmla="*/ 627678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3 w 765058"/>
                <a:gd name="connsiteY39" fmla="*/ 442769 h 763664"/>
                <a:gd name="connsiteX40" fmla="*/ 543315 w 765058"/>
                <a:gd name="connsiteY40" fmla="*/ 440891 h 763664"/>
                <a:gd name="connsiteX41" fmla="*/ 543331 w 765058"/>
                <a:gd name="connsiteY41" fmla="*/ 440845 h 763664"/>
                <a:gd name="connsiteX42" fmla="*/ 543360 w 765058"/>
                <a:gd name="connsiteY42" fmla="*/ 440754 h 763664"/>
                <a:gd name="connsiteX43" fmla="*/ 543407 w 765058"/>
                <a:gd name="connsiteY43" fmla="*/ 440588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30" y="0"/>
                  </a:moveTo>
                  <a:cubicBezTo>
                    <a:pt x="593799" y="0"/>
                    <a:pt x="765058" y="170947"/>
                    <a:pt x="765058" y="381832"/>
                  </a:cubicBezTo>
                  <a:cubicBezTo>
                    <a:pt x="765058" y="592702"/>
                    <a:pt x="593799" y="763665"/>
                    <a:pt x="382530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47"/>
                    <a:pt x="171260" y="0"/>
                    <a:pt x="382530" y="0"/>
                  </a:cubicBezTo>
                  <a:close/>
                  <a:moveTo>
                    <a:pt x="542663" y="442709"/>
                  </a:moveTo>
                  <a:cubicBezTo>
                    <a:pt x="541843" y="444890"/>
                    <a:pt x="540386" y="448496"/>
                    <a:pt x="538170" y="453011"/>
                  </a:cubicBezTo>
                  <a:cubicBezTo>
                    <a:pt x="533723" y="462117"/>
                    <a:pt x="526346" y="474616"/>
                    <a:pt x="515083" y="487176"/>
                  </a:cubicBezTo>
                  <a:cubicBezTo>
                    <a:pt x="493409" y="511312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70"/>
                  </a:cubicBezTo>
                  <a:cubicBezTo>
                    <a:pt x="238712" y="477358"/>
                    <a:pt x="228877" y="465238"/>
                    <a:pt x="222623" y="456420"/>
                  </a:cubicBezTo>
                  <a:cubicBezTo>
                    <a:pt x="219511" y="452026"/>
                    <a:pt x="217326" y="448511"/>
                    <a:pt x="216035" y="446330"/>
                  </a:cubicBezTo>
                  <a:cubicBezTo>
                    <a:pt x="215398" y="445239"/>
                    <a:pt x="214989" y="444497"/>
                    <a:pt x="214776" y="444117"/>
                  </a:cubicBezTo>
                  <a:lnTo>
                    <a:pt x="214701" y="443981"/>
                  </a:lnTo>
                  <a:cubicBezTo>
                    <a:pt x="214715" y="444012"/>
                    <a:pt x="214730" y="444057"/>
                    <a:pt x="214746" y="444087"/>
                  </a:cubicBezTo>
                  <a:cubicBezTo>
                    <a:pt x="214761" y="444117"/>
                    <a:pt x="214776" y="444148"/>
                    <a:pt x="214791" y="444163"/>
                  </a:cubicBezTo>
                  <a:lnTo>
                    <a:pt x="214806" y="444193"/>
                  </a:lnTo>
                  <a:cubicBezTo>
                    <a:pt x="214822" y="444209"/>
                    <a:pt x="214761" y="444269"/>
                    <a:pt x="209979" y="447178"/>
                  </a:cubicBezTo>
                  <a:lnTo>
                    <a:pt x="142147" y="488464"/>
                  </a:lnTo>
                  <a:cubicBezTo>
                    <a:pt x="137730" y="491161"/>
                    <a:pt x="137351" y="491403"/>
                    <a:pt x="137320" y="491434"/>
                  </a:cubicBezTo>
                  <a:cubicBezTo>
                    <a:pt x="137320" y="491449"/>
                    <a:pt x="137320" y="491479"/>
                    <a:pt x="137335" y="491494"/>
                  </a:cubicBezTo>
                  <a:cubicBezTo>
                    <a:pt x="137351" y="491540"/>
                    <a:pt x="137365" y="491570"/>
                    <a:pt x="137396" y="491600"/>
                  </a:cubicBezTo>
                  <a:cubicBezTo>
                    <a:pt x="137427" y="491676"/>
                    <a:pt x="137472" y="491752"/>
                    <a:pt x="137517" y="491843"/>
                  </a:cubicBezTo>
                  <a:cubicBezTo>
                    <a:pt x="137593" y="492025"/>
                    <a:pt x="137715" y="492237"/>
                    <a:pt x="137836" y="492479"/>
                  </a:cubicBezTo>
                  <a:cubicBezTo>
                    <a:pt x="138079" y="492949"/>
                    <a:pt x="138397" y="493525"/>
                    <a:pt x="138777" y="494221"/>
                  </a:cubicBezTo>
                  <a:cubicBezTo>
                    <a:pt x="139521" y="495600"/>
                    <a:pt x="140523" y="497418"/>
                    <a:pt x="141813" y="499585"/>
                  </a:cubicBezTo>
                  <a:cubicBezTo>
                    <a:pt x="144378" y="503948"/>
                    <a:pt x="148052" y="509797"/>
                    <a:pt x="152893" y="516630"/>
                  </a:cubicBezTo>
                  <a:cubicBezTo>
                    <a:pt x="162562" y="530251"/>
                    <a:pt x="177057" y="548053"/>
                    <a:pt x="197033" y="565764"/>
                  </a:cubicBezTo>
                  <a:cubicBezTo>
                    <a:pt x="237407" y="601550"/>
                    <a:pt x="299517" y="636367"/>
                    <a:pt x="386339" y="636367"/>
                  </a:cubicBezTo>
                  <a:cubicBezTo>
                    <a:pt x="479474" y="636367"/>
                    <a:pt x="540447" y="597748"/>
                    <a:pt x="577983" y="555931"/>
                  </a:cubicBezTo>
                  <a:cubicBezTo>
                    <a:pt x="596304" y="535523"/>
                    <a:pt x="608431" y="515054"/>
                    <a:pt x="616081" y="499433"/>
                  </a:cubicBezTo>
                  <a:cubicBezTo>
                    <a:pt x="619921" y="491586"/>
                    <a:pt x="622669" y="484873"/>
                    <a:pt x="624535" y="479858"/>
                  </a:cubicBezTo>
                  <a:cubicBezTo>
                    <a:pt x="625477" y="477344"/>
                    <a:pt x="626190" y="475238"/>
                    <a:pt x="626721" y="473632"/>
                  </a:cubicBezTo>
                  <a:cubicBezTo>
                    <a:pt x="626979" y="472813"/>
                    <a:pt x="627207" y="472132"/>
                    <a:pt x="627374" y="471571"/>
                  </a:cubicBezTo>
                  <a:cubicBezTo>
                    <a:pt x="627465" y="471283"/>
                    <a:pt x="627526" y="471025"/>
                    <a:pt x="627602" y="470814"/>
                  </a:cubicBezTo>
                  <a:cubicBezTo>
                    <a:pt x="627632" y="470707"/>
                    <a:pt x="627662" y="470601"/>
                    <a:pt x="627678" y="470526"/>
                  </a:cubicBezTo>
                  <a:cubicBezTo>
                    <a:pt x="627693" y="470480"/>
                    <a:pt x="627708" y="470420"/>
                    <a:pt x="627708" y="470389"/>
                  </a:cubicBezTo>
                  <a:cubicBezTo>
                    <a:pt x="627723" y="470359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3" y="442769"/>
                  </a:lnTo>
                  <a:cubicBezTo>
                    <a:pt x="543649" y="441042"/>
                    <a:pt x="543331" y="440921"/>
                    <a:pt x="543315" y="440891"/>
                  </a:cubicBezTo>
                  <a:cubicBezTo>
                    <a:pt x="543315" y="440891"/>
                    <a:pt x="543331" y="440860"/>
                    <a:pt x="543331" y="440845"/>
                  </a:cubicBezTo>
                  <a:cubicBezTo>
                    <a:pt x="543331" y="440815"/>
                    <a:pt x="543346" y="440785"/>
                    <a:pt x="543360" y="440754"/>
                  </a:cubicBezTo>
                  <a:cubicBezTo>
                    <a:pt x="543376" y="440694"/>
                    <a:pt x="543391" y="440633"/>
                    <a:pt x="543407" y="440588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7" name="Полилиния 106">
              <a:extLst>
                <a:ext uri="{FF2B5EF4-FFF2-40B4-BE49-F238E27FC236}">
                  <a16:creationId xmlns:a16="http://schemas.microsoft.com/office/drawing/2014/main" id="{9D2C6C5F-6AF5-60B0-8F1D-8B0A4B6F0E18}"/>
                </a:ext>
              </a:extLst>
            </p:cNvPr>
            <p:cNvSpPr/>
            <p:nvPr/>
          </p:nvSpPr>
          <p:spPr>
            <a:xfrm>
              <a:off x="184790" y="4982958"/>
              <a:ext cx="742205" cy="759998"/>
            </a:xfrm>
            <a:custGeom>
              <a:avLst/>
              <a:gdLst>
                <a:gd name="connsiteX0" fmla="*/ 742205 w 742205"/>
                <a:gd name="connsiteY0" fmla="*/ 759998 h 759998"/>
                <a:gd name="connsiteX1" fmla="*/ 0 w 742205"/>
                <a:gd name="connsiteY1" fmla="*/ 759998 h 759998"/>
                <a:gd name="connsiteX2" fmla="*/ 0 w 742205"/>
                <a:gd name="connsiteY2" fmla="*/ 0 h 759998"/>
                <a:gd name="connsiteX3" fmla="*/ 371103 w 742205"/>
                <a:gd name="connsiteY3" fmla="*/ 380014 h 759998"/>
                <a:gd name="connsiteX4" fmla="*/ 742205 w 742205"/>
                <a:gd name="connsiteY4" fmla="*/ 0 h 759998"/>
                <a:gd name="connsiteX5" fmla="*/ 742205 w 742205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205" h="759998">
                  <a:moveTo>
                    <a:pt x="742205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3" y="380014"/>
                  </a:lnTo>
                  <a:lnTo>
                    <a:pt x="742205" y="0"/>
                  </a:lnTo>
                  <a:lnTo>
                    <a:pt x="742205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8" name="Полилиния 107">
              <a:extLst>
                <a:ext uri="{FF2B5EF4-FFF2-40B4-BE49-F238E27FC236}">
                  <a16:creationId xmlns:a16="http://schemas.microsoft.com/office/drawing/2014/main" id="{13FFE44C-596A-2A9D-5E85-467487B70D07}"/>
                </a:ext>
              </a:extLst>
            </p:cNvPr>
            <p:cNvSpPr/>
            <p:nvPr/>
          </p:nvSpPr>
          <p:spPr>
            <a:xfrm>
              <a:off x="1154674" y="4976568"/>
              <a:ext cx="761376" cy="766357"/>
            </a:xfrm>
            <a:custGeom>
              <a:avLst/>
              <a:gdLst>
                <a:gd name="connsiteX0" fmla="*/ 399910 w 761376"/>
                <a:gd name="connsiteY0" fmla="*/ 75099 h 766357"/>
                <a:gd name="connsiteX1" fmla="*/ 700211 w 761376"/>
                <a:gd name="connsiteY1" fmla="*/ 75099 h 766357"/>
                <a:gd name="connsiteX2" fmla="*/ 701425 w 761376"/>
                <a:gd name="connsiteY2" fmla="*/ 436751 h 766357"/>
                <a:gd name="connsiteX3" fmla="*/ 380671 w 761376"/>
                <a:gd name="connsiteY3" fmla="*/ 766358 h 766357"/>
                <a:gd name="connsiteX4" fmla="*/ 59958 w 761376"/>
                <a:gd name="connsiteY4" fmla="*/ 436766 h 766357"/>
                <a:gd name="connsiteX5" fmla="*/ 61180 w 761376"/>
                <a:gd name="connsiteY5" fmla="*/ 75099 h 766357"/>
                <a:gd name="connsiteX6" fmla="*/ 361465 w 761376"/>
                <a:gd name="connsiteY6" fmla="*/ 75099 h 766357"/>
                <a:gd name="connsiteX7" fmla="*/ 380683 w 761376"/>
                <a:gd name="connsiteY7" fmla="*/ 98341 h 766357"/>
                <a:gd name="connsiteX8" fmla="*/ 399910 w 761376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6" h="766357">
                  <a:moveTo>
                    <a:pt x="399910" y="75099"/>
                  </a:moveTo>
                  <a:cubicBezTo>
                    <a:pt x="482693" y="-25018"/>
                    <a:pt x="617397" y="-25018"/>
                    <a:pt x="700211" y="75099"/>
                  </a:cubicBezTo>
                  <a:cubicBezTo>
                    <a:pt x="781294" y="173186"/>
                    <a:pt x="781826" y="328664"/>
                    <a:pt x="701425" y="436751"/>
                  </a:cubicBezTo>
                  <a:cubicBezTo>
                    <a:pt x="621039" y="544837"/>
                    <a:pt x="380671" y="766358"/>
                    <a:pt x="380671" y="766358"/>
                  </a:cubicBezTo>
                  <a:cubicBezTo>
                    <a:pt x="380671" y="766358"/>
                    <a:pt x="140366" y="544867"/>
                    <a:pt x="59958" y="436766"/>
                  </a:cubicBezTo>
                  <a:cubicBezTo>
                    <a:pt x="-20451" y="328664"/>
                    <a:pt x="-19924" y="173186"/>
                    <a:pt x="61180" y="75099"/>
                  </a:cubicBezTo>
                  <a:cubicBezTo>
                    <a:pt x="143963" y="-25033"/>
                    <a:pt x="278682" y="-25033"/>
                    <a:pt x="361465" y="75099"/>
                  </a:cubicBezTo>
                  <a:lnTo>
                    <a:pt x="380683" y="98341"/>
                  </a:lnTo>
                  <a:lnTo>
                    <a:pt x="399910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9" name="Полилиния 108">
              <a:extLst>
                <a:ext uri="{FF2B5EF4-FFF2-40B4-BE49-F238E27FC236}">
                  <a16:creationId xmlns:a16="http://schemas.microsoft.com/office/drawing/2014/main" id="{20EE8CD1-066D-7297-36F4-6F5D4E75B411}"/>
                </a:ext>
              </a:extLst>
            </p:cNvPr>
            <p:cNvSpPr/>
            <p:nvPr/>
          </p:nvSpPr>
          <p:spPr>
            <a:xfrm>
              <a:off x="2128538" y="4989352"/>
              <a:ext cx="717534" cy="740817"/>
            </a:xfrm>
            <a:custGeom>
              <a:avLst/>
              <a:gdLst>
                <a:gd name="connsiteX0" fmla="*/ 717534 w 717534"/>
                <a:gd name="connsiteY0" fmla="*/ 370409 h 740817"/>
                <a:gd name="connsiteX1" fmla="*/ 327886 w 717534"/>
                <a:gd name="connsiteY1" fmla="*/ 740817 h 740817"/>
                <a:gd name="connsiteX2" fmla="*/ 327886 w 717534"/>
                <a:gd name="connsiteY2" fmla="*/ 554431 h 740817"/>
                <a:gd name="connsiteX3" fmla="*/ 0 w 717534"/>
                <a:gd name="connsiteY3" fmla="*/ 554431 h 740817"/>
                <a:gd name="connsiteX4" fmla="*/ 0 w 717534"/>
                <a:gd name="connsiteY4" fmla="*/ 185280 h 740817"/>
                <a:gd name="connsiteX5" fmla="*/ 327886 w 717534"/>
                <a:gd name="connsiteY5" fmla="*/ 185280 h 740817"/>
                <a:gd name="connsiteX6" fmla="*/ 327886 w 717534"/>
                <a:gd name="connsiteY6" fmla="*/ 0 h 740817"/>
                <a:gd name="connsiteX7" fmla="*/ 717534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4" y="370409"/>
                  </a:moveTo>
                  <a:lnTo>
                    <a:pt x="327886" y="740817"/>
                  </a:lnTo>
                  <a:lnTo>
                    <a:pt x="327886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886" y="185280"/>
                  </a:lnTo>
                  <a:lnTo>
                    <a:pt x="327886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0" name="Полилиния 109">
              <a:extLst>
                <a:ext uri="{FF2B5EF4-FFF2-40B4-BE49-F238E27FC236}">
                  <a16:creationId xmlns:a16="http://schemas.microsoft.com/office/drawing/2014/main" id="{59D30122-44D2-E1F7-A886-354464D4E28F}"/>
                </a:ext>
              </a:extLst>
            </p:cNvPr>
            <p:cNvSpPr/>
            <p:nvPr/>
          </p:nvSpPr>
          <p:spPr>
            <a:xfrm>
              <a:off x="3013036" y="4981065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11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70 h 763664"/>
                <a:gd name="connsiteX10" fmla="*/ 222624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17 h 763664"/>
                <a:gd name="connsiteX13" fmla="*/ 214700 w 765058"/>
                <a:gd name="connsiteY13" fmla="*/ 443981 h 763664"/>
                <a:gd name="connsiteX14" fmla="*/ 214746 w 765058"/>
                <a:gd name="connsiteY14" fmla="*/ 444087 h 763664"/>
                <a:gd name="connsiteX15" fmla="*/ 214791 w 765058"/>
                <a:gd name="connsiteY15" fmla="*/ 444163 h 763664"/>
                <a:gd name="connsiteX16" fmla="*/ 214807 w 765058"/>
                <a:gd name="connsiteY16" fmla="*/ 444193 h 763664"/>
                <a:gd name="connsiteX17" fmla="*/ 209980 w 765058"/>
                <a:gd name="connsiteY17" fmla="*/ 447178 h 763664"/>
                <a:gd name="connsiteX18" fmla="*/ 142147 w 765058"/>
                <a:gd name="connsiteY18" fmla="*/ 488464 h 763664"/>
                <a:gd name="connsiteX19" fmla="*/ 137320 w 765058"/>
                <a:gd name="connsiteY19" fmla="*/ 491434 h 763664"/>
                <a:gd name="connsiteX20" fmla="*/ 137335 w 765058"/>
                <a:gd name="connsiteY20" fmla="*/ 491494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585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3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2 w 765058"/>
                <a:gd name="connsiteY34" fmla="*/ 470814 h 763664"/>
                <a:gd name="connsiteX35" fmla="*/ 627677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2 w 765058"/>
                <a:gd name="connsiteY39" fmla="*/ 442769 h 763664"/>
                <a:gd name="connsiteX40" fmla="*/ 543315 w 765058"/>
                <a:gd name="connsiteY40" fmla="*/ 440891 h 763664"/>
                <a:gd name="connsiteX41" fmla="*/ 543331 w 765058"/>
                <a:gd name="connsiteY41" fmla="*/ 440845 h 763664"/>
                <a:gd name="connsiteX42" fmla="*/ 543361 w 765058"/>
                <a:gd name="connsiteY42" fmla="*/ 440754 h 763664"/>
                <a:gd name="connsiteX43" fmla="*/ 543406 w 765058"/>
                <a:gd name="connsiteY43" fmla="*/ 440588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47"/>
                    <a:pt x="765058" y="381832"/>
                  </a:cubicBezTo>
                  <a:cubicBezTo>
                    <a:pt x="765058" y="592702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47"/>
                    <a:pt x="171259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890"/>
                    <a:pt x="540386" y="448496"/>
                    <a:pt x="538170" y="453011"/>
                  </a:cubicBezTo>
                  <a:cubicBezTo>
                    <a:pt x="533722" y="462117"/>
                    <a:pt x="526346" y="474616"/>
                    <a:pt x="515083" y="487176"/>
                  </a:cubicBezTo>
                  <a:cubicBezTo>
                    <a:pt x="493408" y="511312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70"/>
                  </a:cubicBezTo>
                  <a:cubicBezTo>
                    <a:pt x="238713" y="477358"/>
                    <a:pt x="228877" y="465238"/>
                    <a:pt x="222624" y="456420"/>
                  </a:cubicBezTo>
                  <a:cubicBezTo>
                    <a:pt x="219512" y="452026"/>
                    <a:pt x="217326" y="448511"/>
                    <a:pt x="216036" y="446330"/>
                  </a:cubicBezTo>
                  <a:cubicBezTo>
                    <a:pt x="215398" y="445239"/>
                    <a:pt x="214989" y="444497"/>
                    <a:pt x="214776" y="444117"/>
                  </a:cubicBezTo>
                  <a:lnTo>
                    <a:pt x="214700" y="443981"/>
                  </a:lnTo>
                  <a:cubicBezTo>
                    <a:pt x="214715" y="444012"/>
                    <a:pt x="214731" y="444057"/>
                    <a:pt x="214746" y="444087"/>
                  </a:cubicBezTo>
                  <a:cubicBezTo>
                    <a:pt x="214761" y="444117"/>
                    <a:pt x="214776" y="444148"/>
                    <a:pt x="214791" y="444163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78"/>
                  </a:cubicBezTo>
                  <a:lnTo>
                    <a:pt x="142147" y="488464"/>
                  </a:lnTo>
                  <a:cubicBezTo>
                    <a:pt x="137730" y="491161"/>
                    <a:pt x="137350" y="491403"/>
                    <a:pt x="137320" y="491434"/>
                  </a:cubicBezTo>
                  <a:cubicBezTo>
                    <a:pt x="137320" y="491449"/>
                    <a:pt x="137320" y="491479"/>
                    <a:pt x="137335" y="491494"/>
                  </a:cubicBezTo>
                  <a:cubicBezTo>
                    <a:pt x="137350" y="491540"/>
                    <a:pt x="137366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593" y="492025"/>
                    <a:pt x="137715" y="492237"/>
                    <a:pt x="137836" y="492479"/>
                  </a:cubicBezTo>
                  <a:cubicBezTo>
                    <a:pt x="138079" y="492949"/>
                    <a:pt x="138398" y="493525"/>
                    <a:pt x="138777" y="494221"/>
                  </a:cubicBezTo>
                  <a:cubicBezTo>
                    <a:pt x="139521" y="495600"/>
                    <a:pt x="140523" y="497418"/>
                    <a:pt x="141813" y="499585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1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47" y="597748"/>
                    <a:pt x="577983" y="555931"/>
                  </a:cubicBezTo>
                  <a:cubicBezTo>
                    <a:pt x="596303" y="535523"/>
                    <a:pt x="608431" y="515054"/>
                    <a:pt x="616081" y="499433"/>
                  </a:cubicBezTo>
                  <a:cubicBezTo>
                    <a:pt x="619921" y="491586"/>
                    <a:pt x="622669" y="484873"/>
                    <a:pt x="624535" y="479858"/>
                  </a:cubicBezTo>
                  <a:cubicBezTo>
                    <a:pt x="625477" y="477344"/>
                    <a:pt x="626190" y="475238"/>
                    <a:pt x="626721" y="473632"/>
                  </a:cubicBezTo>
                  <a:cubicBezTo>
                    <a:pt x="626979" y="472813"/>
                    <a:pt x="627207" y="472132"/>
                    <a:pt x="627374" y="471571"/>
                  </a:cubicBezTo>
                  <a:cubicBezTo>
                    <a:pt x="627465" y="471283"/>
                    <a:pt x="627526" y="471025"/>
                    <a:pt x="627602" y="470814"/>
                  </a:cubicBezTo>
                  <a:cubicBezTo>
                    <a:pt x="627632" y="470707"/>
                    <a:pt x="627662" y="470601"/>
                    <a:pt x="627677" y="470526"/>
                  </a:cubicBezTo>
                  <a:cubicBezTo>
                    <a:pt x="627693" y="470480"/>
                    <a:pt x="627708" y="470420"/>
                    <a:pt x="627708" y="470389"/>
                  </a:cubicBezTo>
                  <a:cubicBezTo>
                    <a:pt x="627723" y="470359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1" y="440921"/>
                    <a:pt x="543315" y="440891"/>
                  </a:cubicBezTo>
                  <a:cubicBezTo>
                    <a:pt x="543315" y="440891"/>
                    <a:pt x="543331" y="440860"/>
                    <a:pt x="543331" y="440845"/>
                  </a:cubicBezTo>
                  <a:cubicBezTo>
                    <a:pt x="543331" y="440815"/>
                    <a:pt x="543346" y="440785"/>
                    <a:pt x="543361" y="440754"/>
                  </a:cubicBezTo>
                  <a:cubicBezTo>
                    <a:pt x="543376" y="440694"/>
                    <a:pt x="543391" y="440633"/>
                    <a:pt x="543406" y="440588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1" name="Полилиния 110">
              <a:extLst>
                <a:ext uri="{FF2B5EF4-FFF2-40B4-BE49-F238E27FC236}">
                  <a16:creationId xmlns:a16="http://schemas.microsoft.com/office/drawing/2014/main" id="{AFE0F458-87C1-D20F-683B-965B9940A064}"/>
                </a:ext>
              </a:extLst>
            </p:cNvPr>
            <p:cNvSpPr/>
            <p:nvPr/>
          </p:nvSpPr>
          <p:spPr>
            <a:xfrm rot="5400000">
              <a:off x="4203750" y="478178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2" name="Полилиния 111">
              <a:extLst>
                <a:ext uri="{FF2B5EF4-FFF2-40B4-BE49-F238E27FC236}">
                  <a16:creationId xmlns:a16="http://schemas.microsoft.com/office/drawing/2014/main" id="{0B8FB38B-3447-3B7D-C150-2DA6EACDBC3C}"/>
                </a:ext>
              </a:extLst>
            </p:cNvPr>
            <p:cNvSpPr/>
            <p:nvPr/>
          </p:nvSpPr>
          <p:spPr>
            <a:xfrm rot="5400000">
              <a:off x="4203750" y="5203278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3" name="Полилиния 112">
              <a:extLst>
                <a:ext uri="{FF2B5EF4-FFF2-40B4-BE49-F238E27FC236}">
                  <a16:creationId xmlns:a16="http://schemas.microsoft.com/office/drawing/2014/main" id="{96E082A6-2761-4BFA-ADB5-7350B1FA550D}"/>
                </a:ext>
              </a:extLst>
            </p:cNvPr>
            <p:cNvSpPr/>
            <p:nvPr/>
          </p:nvSpPr>
          <p:spPr>
            <a:xfrm>
              <a:off x="4975573" y="4992549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26 w 1484930"/>
                <a:gd name="connsiteY8" fmla="*/ 740499 h 740695"/>
                <a:gd name="connsiteX9" fmla="*/ 370827 w 1484930"/>
                <a:gd name="connsiteY9" fmla="*/ 740635 h 740695"/>
                <a:gd name="connsiteX10" fmla="*/ 121 w 1484930"/>
                <a:gd name="connsiteY10" fmla="*/ 382333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60 h 740695"/>
                <a:gd name="connsiteX15" fmla="*/ 742837 w 1484930"/>
                <a:gd name="connsiteY15" fmla="*/ 248171 h 740695"/>
                <a:gd name="connsiteX16" fmla="*/ 899495 w 1484930"/>
                <a:gd name="connsiteY16" fmla="*/ 96738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03 w 1484930"/>
                <a:gd name="connsiteY27" fmla="*/ 281640 h 740695"/>
                <a:gd name="connsiteX28" fmla="*/ 469791 w 1484930"/>
                <a:gd name="connsiteY28" fmla="*/ 210764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37 w 1484930"/>
                <a:gd name="connsiteY31" fmla="*/ 178598 h 740695"/>
                <a:gd name="connsiteX32" fmla="*/ 1015398 w 1484930"/>
                <a:gd name="connsiteY32" fmla="*/ 208416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591 h 740695"/>
                <a:gd name="connsiteX36" fmla="*/ 930231 w 1484930"/>
                <a:gd name="connsiteY36" fmla="*/ 462026 h 740695"/>
                <a:gd name="connsiteX37" fmla="*/ 1015337 w 1484930"/>
                <a:gd name="connsiteY37" fmla="*/ 532705 h 740695"/>
                <a:gd name="connsiteX38" fmla="*/ 1102037 w 1484930"/>
                <a:gd name="connsiteY38" fmla="*/ 562522 h 740695"/>
                <a:gd name="connsiteX39" fmla="*/ 1106985 w 1484930"/>
                <a:gd name="connsiteY39" fmla="*/ 562522 h 740695"/>
                <a:gd name="connsiteX40" fmla="*/ 1288141 w 1484930"/>
                <a:gd name="connsiteY40" fmla="*/ 370530 h 740695"/>
                <a:gd name="connsiteX41" fmla="*/ 1106985 w 1484930"/>
                <a:gd name="connsiteY41" fmla="*/ 178598 h 740695"/>
                <a:gd name="connsiteX42" fmla="*/ 1102037 w 1484930"/>
                <a:gd name="connsiteY42" fmla="*/ 178598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9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1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29" y="543325"/>
                    <a:pt x="644435" y="599869"/>
                    <a:pt x="585496" y="646609"/>
                  </a:cubicBezTo>
                  <a:cubicBezTo>
                    <a:pt x="521185" y="697607"/>
                    <a:pt x="447888" y="737848"/>
                    <a:pt x="377626" y="740499"/>
                  </a:cubicBezTo>
                  <a:lnTo>
                    <a:pt x="370827" y="740635"/>
                  </a:lnTo>
                  <a:cubicBezTo>
                    <a:pt x="169150" y="740635"/>
                    <a:pt x="5191" y="582339"/>
                    <a:pt x="121" y="382333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091"/>
                    <a:pt x="521306" y="47362"/>
                    <a:pt x="585876" y="97860"/>
                  </a:cubicBezTo>
                  <a:cubicBezTo>
                    <a:pt x="644996" y="144100"/>
                    <a:pt x="699912" y="200143"/>
                    <a:pt x="742837" y="248171"/>
                  </a:cubicBezTo>
                  <a:cubicBezTo>
                    <a:pt x="785701" y="200022"/>
                    <a:pt x="840495" y="143479"/>
                    <a:pt x="899495" y="96738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46" y="481465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385"/>
                    <a:pt x="441589" y="552901"/>
                    <a:pt x="469472" y="534993"/>
                  </a:cubicBezTo>
                  <a:cubicBezTo>
                    <a:pt x="498857" y="516160"/>
                    <a:pt x="528167" y="490601"/>
                    <a:pt x="554517" y="464435"/>
                  </a:cubicBezTo>
                  <a:cubicBezTo>
                    <a:pt x="590885" y="428255"/>
                    <a:pt x="620437" y="391832"/>
                    <a:pt x="635282" y="372817"/>
                  </a:cubicBezTo>
                  <a:cubicBezTo>
                    <a:pt x="631259" y="367636"/>
                    <a:pt x="626190" y="361212"/>
                    <a:pt x="620195" y="353864"/>
                  </a:cubicBezTo>
                  <a:cubicBezTo>
                    <a:pt x="603999" y="334107"/>
                    <a:pt x="581292" y="307805"/>
                    <a:pt x="555003" y="281640"/>
                  </a:cubicBezTo>
                  <a:cubicBezTo>
                    <a:pt x="528668" y="255338"/>
                    <a:pt x="499283" y="229718"/>
                    <a:pt x="469791" y="210764"/>
                  </a:cubicBezTo>
                  <a:cubicBezTo>
                    <a:pt x="441771" y="192734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37" y="178598"/>
                  </a:moveTo>
                  <a:cubicBezTo>
                    <a:pt x="1078844" y="178598"/>
                    <a:pt x="1045208" y="189280"/>
                    <a:pt x="1015398" y="208416"/>
                  </a:cubicBezTo>
                  <a:cubicBezTo>
                    <a:pt x="985951" y="227309"/>
                    <a:pt x="956642" y="252868"/>
                    <a:pt x="930292" y="279049"/>
                  </a:cubicBezTo>
                  <a:cubicBezTo>
                    <a:pt x="904079" y="305154"/>
                    <a:pt x="881311" y="331395"/>
                    <a:pt x="865115" y="351212"/>
                  </a:cubicBezTo>
                  <a:cubicBezTo>
                    <a:pt x="858922" y="358743"/>
                    <a:pt x="853731" y="365288"/>
                    <a:pt x="849648" y="370591"/>
                  </a:cubicBezTo>
                  <a:cubicBezTo>
                    <a:pt x="864432" y="389605"/>
                    <a:pt x="893924" y="425906"/>
                    <a:pt x="930231" y="462026"/>
                  </a:cubicBezTo>
                  <a:cubicBezTo>
                    <a:pt x="956581" y="488268"/>
                    <a:pt x="985891" y="513812"/>
                    <a:pt x="1015337" y="532705"/>
                  </a:cubicBezTo>
                  <a:cubicBezTo>
                    <a:pt x="1045208" y="551840"/>
                    <a:pt x="1078920" y="562522"/>
                    <a:pt x="1102037" y="562522"/>
                  </a:cubicBezTo>
                  <a:lnTo>
                    <a:pt x="1106985" y="562522"/>
                  </a:lnTo>
                  <a:cubicBezTo>
                    <a:pt x="1210897" y="559810"/>
                    <a:pt x="1288141" y="474919"/>
                    <a:pt x="1288141" y="370530"/>
                  </a:cubicBezTo>
                  <a:cubicBezTo>
                    <a:pt x="1288141" y="266140"/>
                    <a:pt x="1210897" y="181190"/>
                    <a:pt x="1106985" y="178598"/>
                  </a:cubicBezTo>
                  <a:lnTo>
                    <a:pt x="1102037" y="1785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4" name="Полилиния 113">
              <a:extLst>
                <a:ext uri="{FF2B5EF4-FFF2-40B4-BE49-F238E27FC236}">
                  <a16:creationId xmlns:a16="http://schemas.microsoft.com/office/drawing/2014/main" id="{08967501-31AA-86F9-B005-025E1907C49E}"/>
                </a:ext>
              </a:extLst>
            </p:cNvPr>
            <p:cNvSpPr/>
            <p:nvPr/>
          </p:nvSpPr>
          <p:spPr>
            <a:xfrm>
              <a:off x="2867535" y="1177247"/>
              <a:ext cx="744825" cy="760067"/>
            </a:xfrm>
            <a:custGeom>
              <a:avLst/>
              <a:gdLst>
                <a:gd name="connsiteX0" fmla="*/ 371085 w 744825"/>
                <a:gd name="connsiteY0" fmla="*/ 674178 h 760067"/>
                <a:gd name="connsiteX1" fmla="*/ 744825 w 744825"/>
                <a:gd name="connsiteY1" fmla="*/ 417522 h 760067"/>
                <a:gd name="connsiteX2" fmla="*/ 744825 w 744825"/>
                <a:gd name="connsiteY2" fmla="*/ 760068 h 760067"/>
                <a:gd name="connsiteX3" fmla="*/ 351944 w 744825"/>
                <a:gd name="connsiteY3" fmla="*/ 760068 h 760067"/>
                <a:gd name="connsiteX4" fmla="*/ 351960 w 744825"/>
                <a:gd name="connsiteY4" fmla="*/ 759992 h 760067"/>
                <a:gd name="connsiteX5" fmla="*/ 0 w 744825"/>
                <a:gd name="connsiteY5" fmla="*/ 759992 h 760067"/>
                <a:gd name="connsiteX6" fmla="*/ 0 w 744825"/>
                <a:gd name="connsiteY6" fmla="*/ 0 h 760067"/>
                <a:gd name="connsiteX7" fmla="*/ 371085 w 744825"/>
                <a:gd name="connsiteY7" fmla="*/ 0 h 760067"/>
                <a:gd name="connsiteX8" fmla="*/ 371085 w 744825"/>
                <a:gd name="connsiteY8" fmla="*/ 674178 h 76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67">
                  <a:moveTo>
                    <a:pt x="371085" y="674178"/>
                  </a:moveTo>
                  <a:cubicBezTo>
                    <a:pt x="423951" y="524920"/>
                    <a:pt x="571305" y="417522"/>
                    <a:pt x="744825" y="417522"/>
                  </a:cubicBezTo>
                  <a:lnTo>
                    <a:pt x="744825" y="760068"/>
                  </a:lnTo>
                  <a:lnTo>
                    <a:pt x="351944" y="760068"/>
                  </a:lnTo>
                  <a:cubicBezTo>
                    <a:pt x="351960" y="760038"/>
                    <a:pt x="351960" y="760007"/>
                    <a:pt x="351960" y="759992"/>
                  </a:cubicBezTo>
                  <a:lnTo>
                    <a:pt x="0" y="759992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7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5" name="Полилиния 114">
              <a:extLst>
                <a:ext uri="{FF2B5EF4-FFF2-40B4-BE49-F238E27FC236}">
                  <a16:creationId xmlns:a16="http://schemas.microsoft.com/office/drawing/2014/main" id="{5F58A718-6103-519C-A0BB-CA1C254F6E9B}"/>
                </a:ext>
              </a:extLst>
            </p:cNvPr>
            <p:cNvSpPr/>
            <p:nvPr/>
          </p:nvSpPr>
          <p:spPr>
            <a:xfrm>
              <a:off x="3870380" y="1177247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6" name="Полилиния 115">
              <a:extLst>
                <a:ext uri="{FF2B5EF4-FFF2-40B4-BE49-F238E27FC236}">
                  <a16:creationId xmlns:a16="http://schemas.microsoft.com/office/drawing/2014/main" id="{43C6918F-D2E5-9EC3-E13A-E0B3D9D31447}"/>
                </a:ext>
              </a:extLst>
            </p:cNvPr>
            <p:cNvSpPr/>
            <p:nvPr/>
          </p:nvSpPr>
          <p:spPr>
            <a:xfrm>
              <a:off x="4691447" y="1177247"/>
              <a:ext cx="742214" cy="759992"/>
            </a:xfrm>
            <a:custGeom>
              <a:avLst/>
              <a:gdLst>
                <a:gd name="connsiteX0" fmla="*/ 742214 w 742214"/>
                <a:gd name="connsiteY0" fmla="*/ 759992 h 759992"/>
                <a:gd name="connsiteX1" fmla="*/ 0 w 742214"/>
                <a:gd name="connsiteY1" fmla="*/ 759992 h 759992"/>
                <a:gd name="connsiteX2" fmla="*/ 0 w 742214"/>
                <a:gd name="connsiteY2" fmla="*/ 0 h 759992"/>
                <a:gd name="connsiteX3" fmla="*/ 371100 w 742214"/>
                <a:gd name="connsiteY3" fmla="*/ 380014 h 759992"/>
                <a:gd name="connsiteX4" fmla="*/ 742214 w 742214"/>
                <a:gd name="connsiteY4" fmla="*/ 0 h 759992"/>
                <a:gd name="connsiteX5" fmla="*/ 742214 w 742214"/>
                <a:gd name="connsiteY5" fmla="*/ 759992 h 759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214" h="759992">
                  <a:moveTo>
                    <a:pt x="742214" y="759992"/>
                  </a:moveTo>
                  <a:lnTo>
                    <a:pt x="0" y="759992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214" y="0"/>
                  </a:lnTo>
                  <a:lnTo>
                    <a:pt x="742214" y="759992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7" name="Полилиния 116">
              <a:extLst>
                <a:ext uri="{FF2B5EF4-FFF2-40B4-BE49-F238E27FC236}">
                  <a16:creationId xmlns:a16="http://schemas.microsoft.com/office/drawing/2014/main" id="{5F27FBB2-1429-9B78-F191-98144F4F4DD8}"/>
                </a:ext>
              </a:extLst>
            </p:cNvPr>
            <p:cNvSpPr/>
            <p:nvPr/>
          </p:nvSpPr>
          <p:spPr>
            <a:xfrm>
              <a:off x="5661332" y="1170854"/>
              <a:ext cx="761373" cy="766369"/>
            </a:xfrm>
            <a:custGeom>
              <a:avLst/>
              <a:gdLst>
                <a:gd name="connsiteX0" fmla="*/ 399916 w 761373"/>
                <a:gd name="connsiteY0" fmla="*/ 75100 h 766369"/>
                <a:gd name="connsiteX1" fmla="*/ 700208 w 761373"/>
                <a:gd name="connsiteY1" fmla="*/ 75100 h 766369"/>
                <a:gd name="connsiteX2" fmla="*/ 701422 w 761373"/>
                <a:gd name="connsiteY2" fmla="*/ 436750 h 766369"/>
                <a:gd name="connsiteX3" fmla="*/ 380670 w 761373"/>
                <a:gd name="connsiteY3" fmla="*/ 766369 h 766369"/>
                <a:gd name="connsiteX4" fmla="*/ 59963 w 761373"/>
                <a:gd name="connsiteY4" fmla="*/ 436764 h 766369"/>
                <a:gd name="connsiteX5" fmla="*/ 61177 w 761373"/>
                <a:gd name="connsiteY5" fmla="*/ 75100 h 766369"/>
                <a:gd name="connsiteX6" fmla="*/ 361469 w 761373"/>
                <a:gd name="connsiteY6" fmla="*/ 75100 h 766369"/>
                <a:gd name="connsiteX7" fmla="*/ 380685 w 761373"/>
                <a:gd name="connsiteY7" fmla="*/ 98340 h 766369"/>
                <a:gd name="connsiteX8" fmla="*/ 399916 w 761373"/>
                <a:gd name="connsiteY8" fmla="*/ 75100 h 766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69">
                  <a:moveTo>
                    <a:pt x="399916" y="75100"/>
                  </a:moveTo>
                  <a:cubicBezTo>
                    <a:pt x="482700" y="-25020"/>
                    <a:pt x="617409" y="-25020"/>
                    <a:pt x="700208" y="75100"/>
                  </a:cubicBezTo>
                  <a:cubicBezTo>
                    <a:pt x="781292" y="173186"/>
                    <a:pt x="781823" y="328662"/>
                    <a:pt x="701422" y="436750"/>
                  </a:cubicBezTo>
                  <a:cubicBezTo>
                    <a:pt x="621037" y="544838"/>
                    <a:pt x="380670" y="766369"/>
                    <a:pt x="380670" y="766369"/>
                  </a:cubicBezTo>
                  <a:cubicBezTo>
                    <a:pt x="380670" y="766369"/>
                    <a:pt x="140363" y="544864"/>
                    <a:pt x="59963" y="436764"/>
                  </a:cubicBezTo>
                  <a:cubicBezTo>
                    <a:pt x="-20453" y="328662"/>
                    <a:pt x="-19922" y="173186"/>
                    <a:pt x="61177" y="75100"/>
                  </a:cubicBezTo>
                  <a:cubicBezTo>
                    <a:pt x="143961" y="-25033"/>
                    <a:pt x="278685" y="-25033"/>
                    <a:pt x="361469" y="75100"/>
                  </a:cubicBezTo>
                  <a:lnTo>
                    <a:pt x="380685" y="98340"/>
                  </a:lnTo>
                  <a:lnTo>
                    <a:pt x="399916" y="751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8" name="Полилиния 117">
              <a:extLst>
                <a:ext uri="{FF2B5EF4-FFF2-40B4-BE49-F238E27FC236}">
                  <a16:creationId xmlns:a16="http://schemas.microsoft.com/office/drawing/2014/main" id="{60F07B87-0C65-82E1-EDBC-6BCFA9447DF7}"/>
                </a:ext>
              </a:extLst>
            </p:cNvPr>
            <p:cNvSpPr/>
            <p:nvPr/>
          </p:nvSpPr>
          <p:spPr>
            <a:xfrm>
              <a:off x="6635193" y="1183637"/>
              <a:ext cx="717534" cy="740829"/>
            </a:xfrm>
            <a:custGeom>
              <a:avLst/>
              <a:gdLst>
                <a:gd name="connsiteX0" fmla="*/ 717535 w 717534"/>
                <a:gd name="connsiteY0" fmla="*/ 370413 h 740829"/>
                <a:gd name="connsiteX1" fmla="*/ 327887 w 717534"/>
                <a:gd name="connsiteY1" fmla="*/ 740829 h 740829"/>
                <a:gd name="connsiteX2" fmla="*/ 327887 w 717534"/>
                <a:gd name="connsiteY2" fmla="*/ 554307 h 740829"/>
                <a:gd name="connsiteX3" fmla="*/ 0 w 717534"/>
                <a:gd name="connsiteY3" fmla="*/ 554307 h 740829"/>
                <a:gd name="connsiteX4" fmla="*/ 0 w 717534"/>
                <a:gd name="connsiteY4" fmla="*/ 185169 h 740829"/>
                <a:gd name="connsiteX5" fmla="*/ 327887 w 717534"/>
                <a:gd name="connsiteY5" fmla="*/ 185169 h 740829"/>
                <a:gd name="connsiteX6" fmla="*/ 327887 w 717534"/>
                <a:gd name="connsiteY6" fmla="*/ 0 h 740829"/>
                <a:gd name="connsiteX7" fmla="*/ 717535 w 717534"/>
                <a:gd name="connsiteY7" fmla="*/ 370413 h 740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29">
                  <a:moveTo>
                    <a:pt x="717535" y="370413"/>
                  </a:moveTo>
                  <a:lnTo>
                    <a:pt x="327887" y="740829"/>
                  </a:lnTo>
                  <a:lnTo>
                    <a:pt x="327887" y="554307"/>
                  </a:lnTo>
                  <a:lnTo>
                    <a:pt x="0" y="554307"/>
                  </a:lnTo>
                  <a:lnTo>
                    <a:pt x="0" y="185169"/>
                  </a:lnTo>
                  <a:lnTo>
                    <a:pt x="327887" y="185169"/>
                  </a:lnTo>
                  <a:lnTo>
                    <a:pt x="327887" y="0"/>
                  </a:lnTo>
                  <a:lnTo>
                    <a:pt x="717535" y="370413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9" name="Полилиния 118">
              <a:extLst>
                <a:ext uri="{FF2B5EF4-FFF2-40B4-BE49-F238E27FC236}">
                  <a16:creationId xmlns:a16="http://schemas.microsoft.com/office/drawing/2014/main" id="{F3F9B5F9-631A-45D9-C2FC-057712E19329}"/>
                </a:ext>
              </a:extLst>
            </p:cNvPr>
            <p:cNvSpPr/>
            <p:nvPr/>
          </p:nvSpPr>
          <p:spPr>
            <a:xfrm>
              <a:off x="7519691" y="1175353"/>
              <a:ext cx="765058" cy="763673"/>
            </a:xfrm>
            <a:custGeom>
              <a:avLst/>
              <a:gdLst>
                <a:gd name="connsiteX0" fmla="*/ 382529 w 765058"/>
                <a:gd name="connsiteY0" fmla="*/ 0 h 763673"/>
                <a:gd name="connsiteX1" fmla="*/ 765059 w 765058"/>
                <a:gd name="connsiteY1" fmla="*/ 381834 h 763673"/>
                <a:gd name="connsiteX2" fmla="*/ 382529 w 765058"/>
                <a:gd name="connsiteY2" fmla="*/ 763674 h 763673"/>
                <a:gd name="connsiteX3" fmla="*/ 0 w 765058"/>
                <a:gd name="connsiteY3" fmla="*/ 381834 h 763673"/>
                <a:gd name="connsiteX4" fmla="*/ 382529 w 765058"/>
                <a:gd name="connsiteY4" fmla="*/ 0 h 763673"/>
                <a:gd name="connsiteX5" fmla="*/ 542662 w 765058"/>
                <a:gd name="connsiteY5" fmla="*/ 442704 h 763673"/>
                <a:gd name="connsiteX6" fmla="*/ 538170 w 765058"/>
                <a:gd name="connsiteY6" fmla="*/ 453017 h 763673"/>
                <a:gd name="connsiteX7" fmla="*/ 515084 w 765058"/>
                <a:gd name="connsiteY7" fmla="*/ 487179 h 763673"/>
                <a:gd name="connsiteX8" fmla="*/ 386339 w 765058"/>
                <a:gd name="connsiteY8" fmla="*/ 538670 h 763673"/>
                <a:gd name="connsiteX9" fmla="*/ 252495 w 765058"/>
                <a:gd name="connsiteY9" fmla="*/ 489578 h 763673"/>
                <a:gd name="connsiteX10" fmla="*/ 222623 w 765058"/>
                <a:gd name="connsiteY10" fmla="*/ 456420 h 763673"/>
                <a:gd name="connsiteX11" fmla="*/ 216036 w 765058"/>
                <a:gd name="connsiteY11" fmla="*/ 446330 h 763673"/>
                <a:gd name="connsiteX12" fmla="*/ 214776 w 765058"/>
                <a:gd name="connsiteY12" fmla="*/ 444125 h 763673"/>
                <a:gd name="connsiteX13" fmla="*/ 214715 w 765058"/>
                <a:gd name="connsiteY13" fmla="*/ 443977 h 763673"/>
                <a:gd name="connsiteX14" fmla="*/ 214761 w 765058"/>
                <a:gd name="connsiteY14" fmla="*/ 444095 h 763673"/>
                <a:gd name="connsiteX15" fmla="*/ 214791 w 765058"/>
                <a:gd name="connsiteY15" fmla="*/ 444169 h 763673"/>
                <a:gd name="connsiteX16" fmla="*/ 214807 w 765058"/>
                <a:gd name="connsiteY16" fmla="*/ 444198 h 763673"/>
                <a:gd name="connsiteX17" fmla="*/ 209979 w 765058"/>
                <a:gd name="connsiteY17" fmla="*/ 447187 h 763673"/>
                <a:gd name="connsiteX18" fmla="*/ 142147 w 765058"/>
                <a:gd name="connsiteY18" fmla="*/ 488467 h 763673"/>
                <a:gd name="connsiteX19" fmla="*/ 137320 w 765058"/>
                <a:gd name="connsiteY19" fmla="*/ 491441 h 763673"/>
                <a:gd name="connsiteX20" fmla="*/ 137335 w 765058"/>
                <a:gd name="connsiteY20" fmla="*/ 491500 h 763673"/>
                <a:gd name="connsiteX21" fmla="*/ 137396 w 765058"/>
                <a:gd name="connsiteY21" fmla="*/ 491603 h 763673"/>
                <a:gd name="connsiteX22" fmla="*/ 137517 w 765058"/>
                <a:gd name="connsiteY22" fmla="*/ 491841 h 763673"/>
                <a:gd name="connsiteX23" fmla="*/ 137836 w 765058"/>
                <a:gd name="connsiteY23" fmla="*/ 492478 h 763673"/>
                <a:gd name="connsiteX24" fmla="*/ 138777 w 765058"/>
                <a:gd name="connsiteY24" fmla="*/ 494223 h 763673"/>
                <a:gd name="connsiteX25" fmla="*/ 141813 w 765058"/>
                <a:gd name="connsiteY25" fmla="*/ 499594 h 763673"/>
                <a:gd name="connsiteX26" fmla="*/ 152893 w 765058"/>
                <a:gd name="connsiteY26" fmla="*/ 516624 h 763673"/>
                <a:gd name="connsiteX27" fmla="*/ 197048 w 765058"/>
                <a:gd name="connsiteY27" fmla="*/ 565758 h 763673"/>
                <a:gd name="connsiteX28" fmla="*/ 386339 w 765058"/>
                <a:gd name="connsiteY28" fmla="*/ 636361 h 763673"/>
                <a:gd name="connsiteX29" fmla="*/ 577983 w 765058"/>
                <a:gd name="connsiteY29" fmla="*/ 555940 h 763673"/>
                <a:gd name="connsiteX30" fmla="*/ 616081 w 765058"/>
                <a:gd name="connsiteY30" fmla="*/ 499430 h 763673"/>
                <a:gd name="connsiteX31" fmla="*/ 624551 w 765058"/>
                <a:gd name="connsiteY31" fmla="*/ 479855 h 763673"/>
                <a:gd name="connsiteX32" fmla="*/ 626721 w 765058"/>
                <a:gd name="connsiteY32" fmla="*/ 473627 h 763673"/>
                <a:gd name="connsiteX33" fmla="*/ 627374 w 765058"/>
                <a:gd name="connsiteY33" fmla="*/ 471571 h 763673"/>
                <a:gd name="connsiteX34" fmla="*/ 627601 w 765058"/>
                <a:gd name="connsiteY34" fmla="*/ 470816 h 763673"/>
                <a:gd name="connsiteX35" fmla="*/ 627692 w 765058"/>
                <a:gd name="connsiteY35" fmla="*/ 470519 h 763673"/>
                <a:gd name="connsiteX36" fmla="*/ 627723 w 765058"/>
                <a:gd name="connsiteY36" fmla="*/ 470386 h 763673"/>
                <a:gd name="connsiteX37" fmla="*/ 627753 w 765058"/>
                <a:gd name="connsiteY37" fmla="*/ 470327 h 763673"/>
                <a:gd name="connsiteX38" fmla="*/ 622471 w 765058"/>
                <a:gd name="connsiteY38" fmla="*/ 468463 h 763673"/>
                <a:gd name="connsiteX39" fmla="*/ 548582 w 765058"/>
                <a:gd name="connsiteY39" fmla="*/ 442763 h 763673"/>
                <a:gd name="connsiteX40" fmla="*/ 543315 w 765058"/>
                <a:gd name="connsiteY40" fmla="*/ 440900 h 763673"/>
                <a:gd name="connsiteX41" fmla="*/ 543330 w 765058"/>
                <a:gd name="connsiteY41" fmla="*/ 440840 h 763673"/>
                <a:gd name="connsiteX42" fmla="*/ 543361 w 765058"/>
                <a:gd name="connsiteY42" fmla="*/ 440751 h 763673"/>
                <a:gd name="connsiteX43" fmla="*/ 543406 w 765058"/>
                <a:gd name="connsiteY43" fmla="*/ 440589 h 763673"/>
                <a:gd name="connsiteX44" fmla="*/ 542662 w 765058"/>
                <a:gd name="connsiteY44" fmla="*/ 442704 h 763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73">
                  <a:moveTo>
                    <a:pt x="382529" y="0"/>
                  </a:moveTo>
                  <a:cubicBezTo>
                    <a:pt x="593799" y="2"/>
                    <a:pt x="765059" y="170956"/>
                    <a:pt x="765059" y="381834"/>
                  </a:cubicBezTo>
                  <a:cubicBezTo>
                    <a:pt x="765059" y="592711"/>
                    <a:pt x="593799" y="763674"/>
                    <a:pt x="382529" y="763674"/>
                  </a:cubicBezTo>
                  <a:cubicBezTo>
                    <a:pt x="171274" y="763674"/>
                    <a:pt x="0" y="592711"/>
                    <a:pt x="0" y="381834"/>
                  </a:cubicBezTo>
                  <a:cubicBezTo>
                    <a:pt x="0" y="170955"/>
                    <a:pt x="171274" y="0"/>
                    <a:pt x="382529" y="0"/>
                  </a:cubicBezTo>
                  <a:close/>
                  <a:moveTo>
                    <a:pt x="542662" y="442704"/>
                  </a:moveTo>
                  <a:cubicBezTo>
                    <a:pt x="541842" y="444899"/>
                    <a:pt x="540386" y="448492"/>
                    <a:pt x="538170" y="453017"/>
                  </a:cubicBezTo>
                  <a:cubicBezTo>
                    <a:pt x="533722" y="462115"/>
                    <a:pt x="526361" y="474616"/>
                    <a:pt x="515084" y="487179"/>
                  </a:cubicBezTo>
                  <a:cubicBezTo>
                    <a:pt x="493408" y="511321"/>
                    <a:pt x="454779" y="538670"/>
                    <a:pt x="386339" y="538670"/>
                  </a:cubicBezTo>
                  <a:cubicBezTo>
                    <a:pt x="322650" y="538670"/>
                    <a:pt x="279634" y="513634"/>
                    <a:pt x="252495" y="489578"/>
                  </a:cubicBezTo>
                  <a:cubicBezTo>
                    <a:pt x="238712" y="477365"/>
                    <a:pt x="228877" y="465233"/>
                    <a:pt x="222623" y="456420"/>
                  </a:cubicBezTo>
                  <a:cubicBezTo>
                    <a:pt x="219512" y="452032"/>
                    <a:pt x="217341" y="448520"/>
                    <a:pt x="216036" y="446330"/>
                  </a:cubicBezTo>
                  <a:cubicBezTo>
                    <a:pt x="215399" y="445246"/>
                    <a:pt x="214989" y="444495"/>
                    <a:pt x="214776" y="444125"/>
                  </a:cubicBezTo>
                  <a:lnTo>
                    <a:pt x="214715" y="443977"/>
                  </a:lnTo>
                  <a:cubicBezTo>
                    <a:pt x="214731" y="444007"/>
                    <a:pt x="214731" y="444052"/>
                    <a:pt x="214761" y="444095"/>
                  </a:cubicBezTo>
                  <a:cubicBezTo>
                    <a:pt x="214761" y="444118"/>
                    <a:pt x="214791" y="444143"/>
                    <a:pt x="214791" y="444169"/>
                  </a:cubicBezTo>
                  <a:lnTo>
                    <a:pt x="214807" y="444198"/>
                  </a:lnTo>
                  <a:cubicBezTo>
                    <a:pt x="214821" y="444210"/>
                    <a:pt x="214761" y="444269"/>
                    <a:pt x="209979" y="447187"/>
                  </a:cubicBezTo>
                  <a:lnTo>
                    <a:pt x="142147" y="488467"/>
                  </a:lnTo>
                  <a:cubicBezTo>
                    <a:pt x="137730" y="491162"/>
                    <a:pt x="137351" y="491410"/>
                    <a:pt x="137320" y="491441"/>
                  </a:cubicBezTo>
                  <a:cubicBezTo>
                    <a:pt x="137320" y="491449"/>
                    <a:pt x="137320" y="491484"/>
                    <a:pt x="137335" y="491500"/>
                  </a:cubicBezTo>
                  <a:cubicBezTo>
                    <a:pt x="137351" y="491534"/>
                    <a:pt x="137381" y="491567"/>
                    <a:pt x="137396" y="491603"/>
                  </a:cubicBezTo>
                  <a:cubicBezTo>
                    <a:pt x="137426" y="491676"/>
                    <a:pt x="137472" y="491755"/>
                    <a:pt x="137517" y="491841"/>
                  </a:cubicBezTo>
                  <a:cubicBezTo>
                    <a:pt x="137609" y="492019"/>
                    <a:pt x="137715" y="492241"/>
                    <a:pt x="137836" y="492478"/>
                  </a:cubicBezTo>
                  <a:cubicBezTo>
                    <a:pt x="138079" y="492949"/>
                    <a:pt x="138398" y="493534"/>
                    <a:pt x="138777" y="494223"/>
                  </a:cubicBezTo>
                  <a:cubicBezTo>
                    <a:pt x="139521" y="495606"/>
                    <a:pt x="140523" y="497418"/>
                    <a:pt x="141813" y="499594"/>
                  </a:cubicBezTo>
                  <a:cubicBezTo>
                    <a:pt x="144378" y="503947"/>
                    <a:pt x="148051" y="509794"/>
                    <a:pt x="152893" y="516624"/>
                  </a:cubicBezTo>
                  <a:cubicBezTo>
                    <a:pt x="162562" y="530252"/>
                    <a:pt x="177058" y="548051"/>
                    <a:pt x="197048" y="565758"/>
                  </a:cubicBezTo>
                  <a:cubicBezTo>
                    <a:pt x="237407" y="601544"/>
                    <a:pt x="299518" y="636361"/>
                    <a:pt x="386339" y="636361"/>
                  </a:cubicBezTo>
                  <a:cubicBezTo>
                    <a:pt x="479475" y="636361"/>
                    <a:pt x="540462" y="597741"/>
                    <a:pt x="577983" y="555940"/>
                  </a:cubicBezTo>
                  <a:cubicBezTo>
                    <a:pt x="596303" y="535530"/>
                    <a:pt x="608431" y="515061"/>
                    <a:pt x="616081" y="499430"/>
                  </a:cubicBezTo>
                  <a:cubicBezTo>
                    <a:pt x="619921" y="491590"/>
                    <a:pt x="622668" y="484875"/>
                    <a:pt x="624551" y="479855"/>
                  </a:cubicBezTo>
                  <a:cubicBezTo>
                    <a:pt x="625476" y="477345"/>
                    <a:pt x="626190" y="475244"/>
                    <a:pt x="626721" y="473627"/>
                  </a:cubicBezTo>
                  <a:cubicBezTo>
                    <a:pt x="626979" y="472821"/>
                    <a:pt x="627207" y="472132"/>
                    <a:pt x="627374" y="471571"/>
                  </a:cubicBezTo>
                  <a:cubicBezTo>
                    <a:pt x="627465" y="471289"/>
                    <a:pt x="627541" y="471032"/>
                    <a:pt x="627601" y="470816"/>
                  </a:cubicBezTo>
                  <a:cubicBezTo>
                    <a:pt x="627632" y="470710"/>
                    <a:pt x="627663" y="470609"/>
                    <a:pt x="627692" y="470519"/>
                  </a:cubicBezTo>
                  <a:cubicBezTo>
                    <a:pt x="627692" y="470476"/>
                    <a:pt x="627708" y="470427"/>
                    <a:pt x="627723" y="470386"/>
                  </a:cubicBezTo>
                  <a:cubicBezTo>
                    <a:pt x="627723" y="470366"/>
                    <a:pt x="627739" y="470338"/>
                    <a:pt x="627753" y="470327"/>
                  </a:cubicBezTo>
                  <a:cubicBezTo>
                    <a:pt x="627739" y="470309"/>
                    <a:pt x="627465" y="470209"/>
                    <a:pt x="622471" y="468463"/>
                  </a:cubicBezTo>
                  <a:lnTo>
                    <a:pt x="548582" y="442763"/>
                  </a:lnTo>
                  <a:cubicBezTo>
                    <a:pt x="543649" y="441040"/>
                    <a:pt x="543330" y="440919"/>
                    <a:pt x="543315" y="440900"/>
                  </a:cubicBezTo>
                  <a:cubicBezTo>
                    <a:pt x="543315" y="440889"/>
                    <a:pt x="543330" y="440856"/>
                    <a:pt x="543330" y="440840"/>
                  </a:cubicBezTo>
                  <a:cubicBezTo>
                    <a:pt x="543346" y="440809"/>
                    <a:pt x="543346" y="440778"/>
                    <a:pt x="543361" y="440751"/>
                  </a:cubicBezTo>
                  <a:cubicBezTo>
                    <a:pt x="543376" y="440694"/>
                    <a:pt x="543391" y="440631"/>
                    <a:pt x="543406" y="440589"/>
                  </a:cubicBezTo>
                  <a:lnTo>
                    <a:pt x="542662" y="44270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0" name="Полилиния 119">
              <a:extLst>
                <a:ext uri="{FF2B5EF4-FFF2-40B4-BE49-F238E27FC236}">
                  <a16:creationId xmlns:a16="http://schemas.microsoft.com/office/drawing/2014/main" id="{D401D264-31BF-A573-A50C-49EAA8937B30}"/>
                </a:ext>
              </a:extLst>
            </p:cNvPr>
            <p:cNvSpPr/>
            <p:nvPr/>
          </p:nvSpPr>
          <p:spPr>
            <a:xfrm rot="5400000">
              <a:off x="8710375" y="976069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1" name="Полилиния 120">
              <a:extLst>
                <a:ext uri="{FF2B5EF4-FFF2-40B4-BE49-F238E27FC236}">
                  <a16:creationId xmlns:a16="http://schemas.microsoft.com/office/drawing/2014/main" id="{690EFEA0-74B7-67B4-05E1-53D235D26935}"/>
                </a:ext>
              </a:extLst>
            </p:cNvPr>
            <p:cNvSpPr/>
            <p:nvPr/>
          </p:nvSpPr>
          <p:spPr>
            <a:xfrm rot="5400000">
              <a:off x="8710375" y="139757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2" name="Полилиния 121">
              <a:extLst>
                <a:ext uri="{FF2B5EF4-FFF2-40B4-BE49-F238E27FC236}">
                  <a16:creationId xmlns:a16="http://schemas.microsoft.com/office/drawing/2014/main" id="{E75AA453-6347-D61E-FC17-080FBF003566}"/>
                </a:ext>
              </a:extLst>
            </p:cNvPr>
            <p:cNvSpPr/>
            <p:nvPr/>
          </p:nvSpPr>
          <p:spPr>
            <a:xfrm>
              <a:off x="9482229" y="1186834"/>
              <a:ext cx="1484944" cy="740692"/>
            </a:xfrm>
            <a:custGeom>
              <a:avLst/>
              <a:gdLst>
                <a:gd name="connsiteX0" fmla="*/ 1114103 w 1484944"/>
                <a:gd name="connsiteY0" fmla="*/ 0 h 740692"/>
                <a:gd name="connsiteX1" fmla="*/ 1484945 w 1484944"/>
                <a:gd name="connsiteY1" fmla="*/ 370415 h 740692"/>
                <a:gd name="connsiteX2" fmla="*/ 1484809 w 1484944"/>
                <a:gd name="connsiteY2" fmla="*/ 379984 h 740692"/>
                <a:gd name="connsiteX3" fmla="*/ 1137296 w 1484944"/>
                <a:gd name="connsiteY3" fmla="*/ 740693 h 740692"/>
                <a:gd name="connsiteX4" fmla="*/ 1114103 w 1484944"/>
                <a:gd name="connsiteY4" fmla="*/ 740693 h 740692"/>
                <a:gd name="connsiteX5" fmla="*/ 899069 w 1484944"/>
                <a:gd name="connsiteY5" fmla="*/ 645561 h 740692"/>
                <a:gd name="connsiteX6" fmla="*/ 742093 w 1484944"/>
                <a:gd name="connsiteY6" fmla="*/ 495179 h 740692"/>
                <a:gd name="connsiteX7" fmla="*/ 585496 w 1484944"/>
                <a:gd name="connsiteY7" fmla="*/ 646606 h 740692"/>
                <a:gd name="connsiteX8" fmla="*/ 377641 w 1484944"/>
                <a:gd name="connsiteY8" fmla="*/ 740511 h 740692"/>
                <a:gd name="connsiteX9" fmla="*/ 370826 w 1484944"/>
                <a:gd name="connsiteY9" fmla="*/ 740632 h 740692"/>
                <a:gd name="connsiteX10" fmla="*/ 121 w 1484944"/>
                <a:gd name="connsiteY10" fmla="*/ 382329 h 740692"/>
                <a:gd name="connsiteX11" fmla="*/ 0 w 1484944"/>
                <a:gd name="connsiteY11" fmla="*/ 372761 h 740692"/>
                <a:gd name="connsiteX12" fmla="*/ 370765 w 1484944"/>
                <a:gd name="connsiteY12" fmla="*/ 380 h 740692"/>
                <a:gd name="connsiteX13" fmla="*/ 377581 w 1484944"/>
                <a:gd name="connsiteY13" fmla="*/ 504 h 740692"/>
                <a:gd name="connsiteX14" fmla="*/ 585876 w 1484944"/>
                <a:gd name="connsiteY14" fmla="*/ 97859 h 740692"/>
                <a:gd name="connsiteX15" fmla="*/ 742836 w 1484944"/>
                <a:gd name="connsiteY15" fmla="*/ 248182 h 740692"/>
                <a:gd name="connsiteX16" fmla="*/ 899494 w 1484944"/>
                <a:gd name="connsiteY16" fmla="*/ 96747 h 740692"/>
                <a:gd name="connsiteX17" fmla="*/ 1114103 w 1484944"/>
                <a:gd name="connsiteY17" fmla="*/ 0 h 740692"/>
                <a:gd name="connsiteX18" fmla="*/ 382893 w 1484944"/>
                <a:gd name="connsiteY18" fmla="*/ 180830 h 740692"/>
                <a:gd name="connsiteX19" fmla="*/ 196729 w 1484944"/>
                <a:gd name="connsiteY19" fmla="*/ 372822 h 740692"/>
                <a:gd name="connsiteX20" fmla="*/ 196729 w 1484944"/>
                <a:gd name="connsiteY20" fmla="*/ 377761 h 740692"/>
                <a:gd name="connsiteX21" fmla="*/ 382893 w 1484944"/>
                <a:gd name="connsiteY21" fmla="*/ 564761 h 740692"/>
                <a:gd name="connsiteX22" fmla="*/ 387279 w 1484944"/>
                <a:gd name="connsiteY22" fmla="*/ 564625 h 740692"/>
                <a:gd name="connsiteX23" fmla="*/ 469472 w 1484944"/>
                <a:gd name="connsiteY23" fmla="*/ 534999 h 740692"/>
                <a:gd name="connsiteX24" fmla="*/ 554516 w 1484944"/>
                <a:gd name="connsiteY24" fmla="*/ 464436 h 740692"/>
                <a:gd name="connsiteX25" fmla="*/ 635281 w 1484944"/>
                <a:gd name="connsiteY25" fmla="*/ 372822 h 740692"/>
                <a:gd name="connsiteX26" fmla="*/ 620194 w 1484944"/>
                <a:gd name="connsiteY26" fmla="*/ 353870 h 740692"/>
                <a:gd name="connsiteX27" fmla="*/ 555018 w 1484944"/>
                <a:gd name="connsiteY27" fmla="*/ 281641 h 740692"/>
                <a:gd name="connsiteX28" fmla="*/ 469790 w 1484944"/>
                <a:gd name="connsiteY28" fmla="*/ 210771 h 740692"/>
                <a:gd name="connsiteX29" fmla="*/ 387340 w 1484944"/>
                <a:gd name="connsiteY29" fmla="*/ 180953 h 740692"/>
                <a:gd name="connsiteX30" fmla="*/ 382893 w 1484944"/>
                <a:gd name="connsiteY30" fmla="*/ 180830 h 740692"/>
                <a:gd name="connsiteX31" fmla="*/ 1102051 w 1484944"/>
                <a:gd name="connsiteY31" fmla="*/ 178608 h 740692"/>
                <a:gd name="connsiteX32" fmla="*/ 1015397 w 1484944"/>
                <a:gd name="connsiteY32" fmla="*/ 208425 h 740692"/>
                <a:gd name="connsiteX33" fmla="*/ 930291 w 1484944"/>
                <a:gd name="connsiteY33" fmla="*/ 279049 h 740692"/>
                <a:gd name="connsiteX34" fmla="*/ 865115 w 1484944"/>
                <a:gd name="connsiteY34" fmla="*/ 351215 h 740692"/>
                <a:gd name="connsiteX35" fmla="*/ 849648 w 1484944"/>
                <a:gd name="connsiteY35" fmla="*/ 370599 h 740692"/>
                <a:gd name="connsiteX36" fmla="*/ 930230 w 1484944"/>
                <a:gd name="connsiteY36" fmla="*/ 462029 h 740692"/>
                <a:gd name="connsiteX37" fmla="*/ 1015336 w 1484944"/>
                <a:gd name="connsiteY37" fmla="*/ 532714 h 740692"/>
                <a:gd name="connsiteX38" fmla="*/ 1102051 w 1484944"/>
                <a:gd name="connsiteY38" fmla="*/ 562534 h 740692"/>
                <a:gd name="connsiteX39" fmla="*/ 1106999 w 1484944"/>
                <a:gd name="connsiteY39" fmla="*/ 562534 h 740692"/>
                <a:gd name="connsiteX40" fmla="*/ 1288140 w 1484944"/>
                <a:gd name="connsiteY40" fmla="*/ 370539 h 740692"/>
                <a:gd name="connsiteX41" fmla="*/ 1106999 w 1484944"/>
                <a:gd name="connsiteY41" fmla="*/ 178608 h 740692"/>
                <a:gd name="connsiteX42" fmla="*/ 1102051 w 1484944"/>
                <a:gd name="connsiteY42" fmla="*/ 178608 h 740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44" h="740692">
                  <a:moveTo>
                    <a:pt x="1114103" y="0"/>
                  </a:moveTo>
                  <a:cubicBezTo>
                    <a:pt x="1318998" y="0"/>
                    <a:pt x="1484945" y="165890"/>
                    <a:pt x="1484945" y="370415"/>
                  </a:cubicBezTo>
                  <a:lnTo>
                    <a:pt x="1484809" y="379984"/>
                  </a:lnTo>
                  <a:cubicBezTo>
                    <a:pt x="1479936" y="572351"/>
                    <a:pt x="1328090" y="728966"/>
                    <a:pt x="1137296" y="740693"/>
                  </a:cubicBezTo>
                  <a:lnTo>
                    <a:pt x="1114103" y="740693"/>
                  </a:lnTo>
                  <a:cubicBezTo>
                    <a:pt x="1041808" y="740693"/>
                    <a:pt x="965672" y="697664"/>
                    <a:pt x="899069" y="645561"/>
                  </a:cubicBezTo>
                  <a:cubicBezTo>
                    <a:pt x="839934" y="599320"/>
                    <a:pt x="784957" y="543271"/>
                    <a:pt x="742093" y="495179"/>
                  </a:cubicBezTo>
                  <a:cubicBezTo>
                    <a:pt x="699244" y="543332"/>
                    <a:pt x="644449" y="599881"/>
                    <a:pt x="585496" y="646606"/>
                  </a:cubicBezTo>
                  <a:cubicBezTo>
                    <a:pt x="521185" y="697604"/>
                    <a:pt x="447888" y="737860"/>
                    <a:pt x="377641" y="740511"/>
                  </a:cubicBezTo>
                  <a:lnTo>
                    <a:pt x="370826" y="740632"/>
                  </a:lnTo>
                  <a:cubicBezTo>
                    <a:pt x="169149" y="740632"/>
                    <a:pt x="5191" y="582351"/>
                    <a:pt x="121" y="382329"/>
                  </a:cubicBezTo>
                  <a:lnTo>
                    <a:pt x="0" y="372761"/>
                  </a:lnTo>
                  <a:cubicBezTo>
                    <a:pt x="0" y="168422"/>
                    <a:pt x="165871" y="380"/>
                    <a:pt x="370765" y="380"/>
                  </a:cubicBezTo>
                  <a:lnTo>
                    <a:pt x="377581" y="504"/>
                  </a:lnTo>
                  <a:cubicBezTo>
                    <a:pt x="447827" y="3097"/>
                    <a:pt x="521306" y="47360"/>
                    <a:pt x="585876" y="97859"/>
                  </a:cubicBezTo>
                  <a:cubicBezTo>
                    <a:pt x="644996" y="144098"/>
                    <a:pt x="699912" y="200152"/>
                    <a:pt x="742836" y="248182"/>
                  </a:cubicBezTo>
                  <a:cubicBezTo>
                    <a:pt x="785701" y="200029"/>
                    <a:pt x="840495" y="143480"/>
                    <a:pt x="899494" y="96747"/>
                  </a:cubicBezTo>
                  <a:cubicBezTo>
                    <a:pt x="965855" y="44027"/>
                    <a:pt x="1041808" y="0"/>
                    <a:pt x="1114103" y="0"/>
                  </a:cubicBezTo>
                  <a:close/>
                  <a:moveTo>
                    <a:pt x="382893" y="180830"/>
                  </a:moveTo>
                  <a:cubicBezTo>
                    <a:pt x="276704" y="180830"/>
                    <a:pt x="196729" y="266763"/>
                    <a:pt x="196729" y="372822"/>
                  </a:cubicBezTo>
                  <a:lnTo>
                    <a:pt x="196729" y="377761"/>
                  </a:lnTo>
                  <a:cubicBezTo>
                    <a:pt x="199461" y="481475"/>
                    <a:pt x="278313" y="564761"/>
                    <a:pt x="382893" y="564761"/>
                  </a:cubicBezTo>
                  <a:lnTo>
                    <a:pt x="387279" y="564625"/>
                  </a:lnTo>
                  <a:cubicBezTo>
                    <a:pt x="409486" y="563397"/>
                    <a:pt x="441588" y="552898"/>
                    <a:pt x="469472" y="534999"/>
                  </a:cubicBezTo>
                  <a:cubicBezTo>
                    <a:pt x="498857" y="516169"/>
                    <a:pt x="528167" y="490611"/>
                    <a:pt x="554516" y="464436"/>
                  </a:cubicBezTo>
                  <a:cubicBezTo>
                    <a:pt x="590884" y="428259"/>
                    <a:pt x="620452" y="391836"/>
                    <a:pt x="635281" y="372822"/>
                  </a:cubicBezTo>
                  <a:cubicBezTo>
                    <a:pt x="631274" y="367637"/>
                    <a:pt x="626189" y="361217"/>
                    <a:pt x="620194" y="353870"/>
                  </a:cubicBezTo>
                  <a:cubicBezTo>
                    <a:pt x="603999" y="334115"/>
                    <a:pt x="581292" y="307817"/>
                    <a:pt x="555018" y="281641"/>
                  </a:cubicBezTo>
                  <a:cubicBezTo>
                    <a:pt x="528667" y="255342"/>
                    <a:pt x="499282" y="229724"/>
                    <a:pt x="469790" y="210771"/>
                  </a:cubicBezTo>
                  <a:cubicBezTo>
                    <a:pt x="441771" y="192745"/>
                    <a:pt x="409607" y="182188"/>
                    <a:pt x="387340" y="180953"/>
                  </a:cubicBezTo>
                  <a:lnTo>
                    <a:pt x="382893" y="180830"/>
                  </a:lnTo>
                  <a:close/>
                  <a:moveTo>
                    <a:pt x="1102051" y="178608"/>
                  </a:moveTo>
                  <a:cubicBezTo>
                    <a:pt x="1078858" y="178608"/>
                    <a:pt x="1045208" y="189287"/>
                    <a:pt x="1015397" y="208425"/>
                  </a:cubicBezTo>
                  <a:cubicBezTo>
                    <a:pt x="985966" y="227316"/>
                    <a:pt x="956641" y="252873"/>
                    <a:pt x="930291" y="279049"/>
                  </a:cubicBezTo>
                  <a:cubicBezTo>
                    <a:pt x="904078" y="305161"/>
                    <a:pt x="881310" y="331400"/>
                    <a:pt x="865115" y="351215"/>
                  </a:cubicBezTo>
                  <a:cubicBezTo>
                    <a:pt x="858922" y="358747"/>
                    <a:pt x="853731" y="365291"/>
                    <a:pt x="849648" y="370599"/>
                  </a:cubicBezTo>
                  <a:cubicBezTo>
                    <a:pt x="864432" y="389614"/>
                    <a:pt x="893939" y="425914"/>
                    <a:pt x="930230" y="462029"/>
                  </a:cubicBezTo>
                  <a:cubicBezTo>
                    <a:pt x="956581" y="488266"/>
                    <a:pt x="985890" y="513824"/>
                    <a:pt x="1015336" y="532714"/>
                  </a:cubicBezTo>
                  <a:cubicBezTo>
                    <a:pt x="1045208" y="551852"/>
                    <a:pt x="1078919" y="562534"/>
                    <a:pt x="1102051" y="562534"/>
                  </a:cubicBezTo>
                  <a:lnTo>
                    <a:pt x="1106999" y="562534"/>
                  </a:lnTo>
                  <a:cubicBezTo>
                    <a:pt x="1210897" y="559822"/>
                    <a:pt x="1288140" y="474930"/>
                    <a:pt x="1288140" y="370539"/>
                  </a:cubicBezTo>
                  <a:cubicBezTo>
                    <a:pt x="1288140" y="266146"/>
                    <a:pt x="1210897" y="181200"/>
                    <a:pt x="1106999" y="178608"/>
                  </a:cubicBezTo>
                  <a:lnTo>
                    <a:pt x="1102051" y="17860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3" name="Полилиния 122">
              <a:extLst>
                <a:ext uri="{FF2B5EF4-FFF2-40B4-BE49-F238E27FC236}">
                  <a16:creationId xmlns:a16="http://schemas.microsoft.com/office/drawing/2014/main" id="{D7CFFAB9-5B9A-CF01-FF3F-0CAF8D8B1FD0}"/>
                </a:ext>
              </a:extLst>
            </p:cNvPr>
            <p:cNvSpPr/>
            <p:nvPr/>
          </p:nvSpPr>
          <p:spPr>
            <a:xfrm rot="5400000">
              <a:off x="383094" y="976069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4" name="Полилиния 123">
              <a:extLst>
                <a:ext uri="{FF2B5EF4-FFF2-40B4-BE49-F238E27FC236}">
                  <a16:creationId xmlns:a16="http://schemas.microsoft.com/office/drawing/2014/main" id="{A8165979-6CC2-0285-008E-C526E4264290}"/>
                </a:ext>
              </a:extLst>
            </p:cNvPr>
            <p:cNvSpPr/>
            <p:nvPr/>
          </p:nvSpPr>
          <p:spPr>
            <a:xfrm rot="5400000">
              <a:off x="383094" y="139757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5" name="Полилиния 124">
              <a:extLst>
                <a:ext uri="{FF2B5EF4-FFF2-40B4-BE49-F238E27FC236}">
                  <a16:creationId xmlns:a16="http://schemas.microsoft.com/office/drawing/2014/main" id="{CF8AAA92-E9EF-486D-A6AB-0880BD947E91}"/>
                </a:ext>
              </a:extLst>
            </p:cNvPr>
            <p:cNvSpPr/>
            <p:nvPr/>
          </p:nvSpPr>
          <p:spPr>
            <a:xfrm>
              <a:off x="1154912" y="1186834"/>
              <a:ext cx="1484945" cy="740692"/>
            </a:xfrm>
            <a:custGeom>
              <a:avLst/>
              <a:gdLst>
                <a:gd name="connsiteX0" fmla="*/ 1114104 w 1484945"/>
                <a:gd name="connsiteY0" fmla="*/ 0 h 740692"/>
                <a:gd name="connsiteX1" fmla="*/ 1484945 w 1484945"/>
                <a:gd name="connsiteY1" fmla="*/ 370415 h 740692"/>
                <a:gd name="connsiteX2" fmla="*/ 1484809 w 1484945"/>
                <a:gd name="connsiteY2" fmla="*/ 379984 h 740692"/>
                <a:gd name="connsiteX3" fmla="*/ 1137296 w 1484945"/>
                <a:gd name="connsiteY3" fmla="*/ 740693 h 740692"/>
                <a:gd name="connsiteX4" fmla="*/ 1114104 w 1484945"/>
                <a:gd name="connsiteY4" fmla="*/ 740693 h 740692"/>
                <a:gd name="connsiteX5" fmla="*/ 899070 w 1484945"/>
                <a:gd name="connsiteY5" fmla="*/ 645561 h 740692"/>
                <a:gd name="connsiteX6" fmla="*/ 742093 w 1484945"/>
                <a:gd name="connsiteY6" fmla="*/ 495179 h 740692"/>
                <a:gd name="connsiteX7" fmla="*/ 585496 w 1484945"/>
                <a:gd name="connsiteY7" fmla="*/ 646606 h 740692"/>
                <a:gd name="connsiteX8" fmla="*/ 377636 w 1484945"/>
                <a:gd name="connsiteY8" fmla="*/ 740511 h 740692"/>
                <a:gd name="connsiteX9" fmla="*/ 370833 w 1484945"/>
                <a:gd name="connsiteY9" fmla="*/ 740632 h 740692"/>
                <a:gd name="connsiteX10" fmla="*/ 123 w 1484945"/>
                <a:gd name="connsiteY10" fmla="*/ 382329 h 740692"/>
                <a:gd name="connsiteX11" fmla="*/ 0 w 1484945"/>
                <a:gd name="connsiteY11" fmla="*/ 372761 h 740692"/>
                <a:gd name="connsiteX12" fmla="*/ 370770 w 1484945"/>
                <a:gd name="connsiteY12" fmla="*/ 380 h 740692"/>
                <a:gd name="connsiteX13" fmla="*/ 377573 w 1484945"/>
                <a:gd name="connsiteY13" fmla="*/ 504 h 740692"/>
                <a:gd name="connsiteX14" fmla="*/ 585876 w 1484945"/>
                <a:gd name="connsiteY14" fmla="*/ 97859 h 740692"/>
                <a:gd name="connsiteX15" fmla="*/ 742837 w 1484945"/>
                <a:gd name="connsiteY15" fmla="*/ 248182 h 740692"/>
                <a:gd name="connsiteX16" fmla="*/ 899495 w 1484945"/>
                <a:gd name="connsiteY16" fmla="*/ 96747 h 740692"/>
                <a:gd name="connsiteX17" fmla="*/ 1114104 w 1484945"/>
                <a:gd name="connsiteY17" fmla="*/ 0 h 740692"/>
                <a:gd name="connsiteX18" fmla="*/ 382892 w 1484945"/>
                <a:gd name="connsiteY18" fmla="*/ 180830 h 740692"/>
                <a:gd name="connsiteX19" fmla="*/ 196733 w 1484945"/>
                <a:gd name="connsiteY19" fmla="*/ 372822 h 740692"/>
                <a:gd name="connsiteX20" fmla="*/ 196733 w 1484945"/>
                <a:gd name="connsiteY20" fmla="*/ 377761 h 740692"/>
                <a:gd name="connsiteX21" fmla="*/ 382892 w 1484945"/>
                <a:gd name="connsiteY21" fmla="*/ 564761 h 740692"/>
                <a:gd name="connsiteX22" fmla="*/ 387283 w 1484945"/>
                <a:gd name="connsiteY22" fmla="*/ 564625 h 740692"/>
                <a:gd name="connsiteX23" fmla="*/ 469478 w 1484945"/>
                <a:gd name="connsiteY23" fmla="*/ 534999 h 740692"/>
                <a:gd name="connsiteX24" fmla="*/ 554517 w 1484945"/>
                <a:gd name="connsiteY24" fmla="*/ 464436 h 740692"/>
                <a:gd name="connsiteX25" fmla="*/ 635282 w 1484945"/>
                <a:gd name="connsiteY25" fmla="*/ 372822 h 740692"/>
                <a:gd name="connsiteX26" fmla="*/ 620195 w 1484945"/>
                <a:gd name="connsiteY26" fmla="*/ 353870 h 740692"/>
                <a:gd name="connsiteX27" fmla="*/ 555018 w 1484945"/>
                <a:gd name="connsiteY27" fmla="*/ 281641 h 740692"/>
                <a:gd name="connsiteX28" fmla="*/ 469787 w 1484945"/>
                <a:gd name="connsiteY28" fmla="*/ 210771 h 740692"/>
                <a:gd name="connsiteX29" fmla="*/ 387345 w 1484945"/>
                <a:gd name="connsiteY29" fmla="*/ 180953 h 740692"/>
                <a:gd name="connsiteX30" fmla="*/ 382892 w 1484945"/>
                <a:gd name="connsiteY30" fmla="*/ 180830 h 740692"/>
                <a:gd name="connsiteX31" fmla="*/ 1102052 w 1484945"/>
                <a:gd name="connsiteY31" fmla="*/ 178608 h 740692"/>
                <a:gd name="connsiteX32" fmla="*/ 1015398 w 1484945"/>
                <a:gd name="connsiteY32" fmla="*/ 208425 h 740692"/>
                <a:gd name="connsiteX33" fmla="*/ 930292 w 1484945"/>
                <a:gd name="connsiteY33" fmla="*/ 279049 h 740692"/>
                <a:gd name="connsiteX34" fmla="*/ 865115 w 1484945"/>
                <a:gd name="connsiteY34" fmla="*/ 351215 h 740692"/>
                <a:gd name="connsiteX35" fmla="*/ 849648 w 1484945"/>
                <a:gd name="connsiteY35" fmla="*/ 370599 h 740692"/>
                <a:gd name="connsiteX36" fmla="*/ 930231 w 1484945"/>
                <a:gd name="connsiteY36" fmla="*/ 462029 h 740692"/>
                <a:gd name="connsiteX37" fmla="*/ 1015337 w 1484945"/>
                <a:gd name="connsiteY37" fmla="*/ 532714 h 740692"/>
                <a:gd name="connsiteX38" fmla="*/ 1102052 w 1484945"/>
                <a:gd name="connsiteY38" fmla="*/ 562534 h 740692"/>
                <a:gd name="connsiteX39" fmla="*/ 1107000 w 1484945"/>
                <a:gd name="connsiteY39" fmla="*/ 562534 h 740692"/>
                <a:gd name="connsiteX40" fmla="*/ 1288141 w 1484945"/>
                <a:gd name="connsiteY40" fmla="*/ 370539 h 740692"/>
                <a:gd name="connsiteX41" fmla="*/ 1107000 w 1484945"/>
                <a:gd name="connsiteY41" fmla="*/ 178608 h 740692"/>
                <a:gd name="connsiteX42" fmla="*/ 1102052 w 1484945"/>
                <a:gd name="connsiteY42" fmla="*/ 178608 h 740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45" h="740692">
                  <a:moveTo>
                    <a:pt x="1114104" y="0"/>
                  </a:moveTo>
                  <a:cubicBezTo>
                    <a:pt x="1318999" y="0"/>
                    <a:pt x="1484945" y="165890"/>
                    <a:pt x="1484945" y="370415"/>
                  </a:cubicBezTo>
                  <a:lnTo>
                    <a:pt x="1484809" y="379984"/>
                  </a:lnTo>
                  <a:cubicBezTo>
                    <a:pt x="1479936" y="572351"/>
                    <a:pt x="1328091" y="728966"/>
                    <a:pt x="1137296" y="740693"/>
                  </a:cubicBezTo>
                  <a:lnTo>
                    <a:pt x="1114104" y="740693"/>
                  </a:lnTo>
                  <a:cubicBezTo>
                    <a:pt x="1041808" y="740693"/>
                    <a:pt x="965673" y="697664"/>
                    <a:pt x="899070" y="645561"/>
                  </a:cubicBezTo>
                  <a:cubicBezTo>
                    <a:pt x="839934" y="599320"/>
                    <a:pt x="784957" y="543271"/>
                    <a:pt x="742093" y="495179"/>
                  </a:cubicBezTo>
                  <a:cubicBezTo>
                    <a:pt x="699244" y="543332"/>
                    <a:pt x="644450" y="599881"/>
                    <a:pt x="585496" y="646606"/>
                  </a:cubicBezTo>
                  <a:cubicBezTo>
                    <a:pt x="521182" y="697604"/>
                    <a:pt x="447894" y="737860"/>
                    <a:pt x="377636" y="740511"/>
                  </a:cubicBezTo>
                  <a:lnTo>
                    <a:pt x="370833" y="740632"/>
                  </a:lnTo>
                  <a:cubicBezTo>
                    <a:pt x="169151" y="740632"/>
                    <a:pt x="5194" y="582351"/>
                    <a:pt x="123" y="382329"/>
                  </a:cubicBezTo>
                  <a:lnTo>
                    <a:pt x="0" y="372761"/>
                  </a:lnTo>
                  <a:cubicBezTo>
                    <a:pt x="0" y="168422"/>
                    <a:pt x="165872" y="380"/>
                    <a:pt x="370770" y="380"/>
                  </a:cubicBezTo>
                  <a:lnTo>
                    <a:pt x="377573" y="504"/>
                  </a:lnTo>
                  <a:cubicBezTo>
                    <a:pt x="447832" y="3097"/>
                    <a:pt x="521305" y="47360"/>
                    <a:pt x="585876" y="97859"/>
                  </a:cubicBezTo>
                  <a:cubicBezTo>
                    <a:pt x="644996" y="144098"/>
                    <a:pt x="699912" y="200152"/>
                    <a:pt x="742837" y="248182"/>
                  </a:cubicBezTo>
                  <a:cubicBezTo>
                    <a:pt x="785701" y="200029"/>
                    <a:pt x="840496" y="143480"/>
                    <a:pt x="899495" y="96747"/>
                  </a:cubicBezTo>
                  <a:cubicBezTo>
                    <a:pt x="965855" y="44027"/>
                    <a:pt x="1041808" y="0"/>
                    <a:pt x="1114104" y="0"/>
                  </a:cubicBezTo>
                  <a:close/>
                  <a:moveTo>
                    <a:pt x="382892" y="180830"/>
                  </a:moveTo>
                  <a:cubicBezTo>
                    <a:pt x="276701" y="180830"/>
                    <a:pt x="196733" y="266763"/>
                    <a:pt x="196733" y="372822"/>
                  </a:cubicBezTo>
                  <a:lnTo>
                    <a:pt x="196733" y="377761"/>
                  </a:lnTo>
                  <a:cubicBezTo>
                    <a:pt x="199455" y="481475"/>
                    <a:pt x="278310" y="564761"/>
                    <a:pt x="382892" y="564761"/>
                  </a:cubicBezTo>
                  <a:lnTo>
                    <a:pt x="387283" y="564625"/>
                  </a:lnTo>
                  <a:cubicBezTo>
                    <a:pt x="409486" y="563397"/>
                    <a:pt x="441586" y="552898"/>
                    <a:pt x="469478" y="534999"/>
                  </a:cubicBezTo>
                  <a:cubicBezTo>
                    <a:pt x="498856" y="516169"/>
                    <a:pt x="528170" y="490611"/>
                    <a:pt x="554517" y="464436"/>
                  </a:cubicBezTo>
                  <a:cubicBezTo>
                    <a:pt x="590885" y="428259"/>
                    <a:pt x="620453" y="391836"/>
                    <a:pt x="635282" y="372822"/>
                  </a:cubicBezTo>
                  <a:cubicBezTo>
                    <a:pt x="631275" y="367637"/>
                    <a:pt x="626190" y="361217"/>
                    <a:pt x="620195" y="353870"/>
                  </a:cubicBezTo>
                  <a:cubicBezTo>
                    <a:pt x="603999" y="334115"/>
                    <a:pt x="581292" y="307817"/>
                    <a:pt x="555018" y="281641"/>
                  </a:cubicBezTo>
                  <a:cubicBezTo>
                    <a:pt x="528665" y="255342"/>
                    <a:pt x="499288" y="229724"/>
                    <a:pt x="469787" y="210771"/>
                  </a:cubicBezTo>
                  <a:cubicBezTo>
                    <a:pt x="441771" y="192745"/>
                    <a:pt x="409611" y="182188"/>
                    <a:pt x="387345" y="180953"/>
                  </a:cubicBezTo>
                  <a:lnTo>
                    <a:pt x="382892" y="180830"/>
                  </a:lnTo>
                  <a:close/>
                  <a:moveTo>
                    <a:pt x="1102052" y="178608"/>
                  </a:moveTo>
                  <a:cubicBezTo>
                    <a:pt x="1078859" y="178608"/>
                    <a:pt x="1045208" y="189287"/>
                    <a:pt x="1015398" y="208425"/>
                  </a:cubicBezTo>
                  <a:cubicBezTo>
                    <a:pt x="985967" y="227316"/>
                    <a:pt x="956642" y="252873"/>
                    <a:pt x="930292" y="279049"/>
                  </a:cubicBezTo>
                  <a:cubicBezTo>
                    <a:pt x="904078" y="305161"/>
                    <a:pt x="881311" y="331400"/>
                    <a:pt x="865115" y="351215"/>
                  </a:cubicBezTo>
                  <a:cubicBezTo>
                    <a:pt x="858922" y="358747"/>
                    <a:pt x="853731" y="365291"/>
                    <a:pt x="849648" y="370599"/>
                  </a:cubicBezTo>
                  <a:cubicBezTo>
                    <a:pt x="864432" y="389614"/>
                    <a:pt x="893939" y="425914"/>
                    <a:pt x="930231" y="462029"/>
                  </a:cubicBezTo>
                  <a:cubicBezTo>
                    <a:pt x="956581" y="488266"/>
                    <a:pt x="985891" y="513824"/>
                    <a:pt x="1015337" y="532714"/>
                  </a:cubicBezTo>
                  <a:cubicBezTo>
                    <a:pt x="1045208" y="551852"/>
                    <a:pt x="1078920" y="562534"/>
                    <a:pt x="1102052" y="562534"/>
                  </a:cubicBezTo>
                  <a:lnTo>
                    <a:pt x="1107000" y="562534"/>
                  </a:lnTo>
                  <a:cubicBezTo>
                    <a:pt x="1210897" y="559822"/>
                    <a:pt x="1288141" y="474930"/>
                    <a:pt x="1288141" y="370539"/>
                  </a:cubicBezTo>
                  <a:cubicBezTo>
                    <a:pt x="1288141" y="266146"/>
                    <a:pt x="1210897" y="181200"/>
                    <a:pt x="1107000" y="178608"/>
                  </a:cubicBezTo>
                  <a:lnTo>
                    <a:pt x="1102052" y="17860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6" name="Полилиния 125">
              <a:extLst>
                <a:ext uri="{FF2B5EF4-FFF2-40B4-BE49-F238E27FC236}">
                  <a16:creationId xmlns:a16="http://schemas.microsoft.com/office/drawing/2014/main" id="{4021D800-4F2F-4801-3426-7C76936E9F76}"/>
                </a:ext>
              </a:extLst>
            </p:cNvPr>
            <p:cNvSpPr/>
            <p:nvPr/>
          </p:nvSpPr>
          <p:spPr>
            <a:xfrm>
              <a:off x="11194852" y="1177247"/>
              <a:ext cx="744825" cy="760067"/>
            </a:xfrm>
            <a:custGeom>
              <a:avLst/>
              <a:gdLst>
                <a:gd name="connsiteX0" fmla="*/ 371085 w 744825"/>
                <a:gd name="connsiteY0" fmla="*/ 674178 h 760067"/>
                <a:gd name="connsiteX1" fmla="*/ 744825 w 744825"/>
                <a:gd name="connsiteY1" fmla="*/ 417522 h 760067"/>
                <a:gd name="connsiteX2" fmla="*/ 744825 w 744825"/>
                <a:gd name="connsiteY2" fmla="*/ 760068 h 760067"/>
                <a:gd name="connsiteX3" fmla="*/ 351959 w 744825"/>
                <a:gd name="connsiteY3" fmla="*/ 760068 h 760067"/>
                <a:gd name="connsiteX4" fmla="*/ 351959 w 744825"/>
                <a:gd name="connsiteY4" fmla="*/ 759992 h 760067"/>
                <a:gd name="connsiteX5" fmla="*/ 0 w 744825"/>
                <a:gd name="connsiteY5" fmla="*/ 759992 h 760067"/>
                <a:gd name="connsiteX6" fmla="*/ 0 w 744825"/>
                <a:gd name="connsiteY6" fmla="*/ 0 h 760067"/>
                <a:gd name="connsiteX7" fmla="*/ 371085 w 744825"/>
                <a:gd name="connsiteY7" fmla="*/ 0 h 760067"/>
                <a:gd name="connsiteX8" fmla="*/ 371085 w 744825"/>
                <a:gd name="connsiteY8" fmla="*/ 674178 h 76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67">
                  <a:moveTo>
                    <a:pt x="371085" y="674178"/>
                  </a:moveTo>
                  <a:cubicBezTo>
                    <a:pt x="423952" y="524920"/>
                    <a:pt x="571304" y="417522"/>
                    <a:pt x="744825" y="417522"/>
                  </a:cubicBezTo>
                  <a:lnTo>
                    <a:pt x="744825" y="760068"/>
                  </a:lnTo>
                  <a:lnTo>
                    <a:pt x="351959" y="760068"/>
                  </a:lnTo>
                  <a:cubicBezTo>
                    <a:pt x="351959" y="760038"/>
                    <a:pt x="351959" y="760007"/>
                    <a:pt x="351959" y="759992"/>
                  </a:cubicBezTo>
                  <a:lnTo>
                    <a:pt x="0" y="759992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7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7" name="Полилиния 126">
              <a:extLst>
                <a:ext uri="{FF2B5EF4-FFF2-40B4-BE49-F238E27FC236}">
                  <a16:creationId xmlns:a16="http://schemas.microsoft.com/office/drawing/2014/main" id="{3C12A114-97E6-CC67-B948-5EA507BAD3D4}"/>
                </a:ext>
              </a:extLst>
            </p:cNvPr>
            <p:cNvSpPr/>
            <p:nvPr/>
          </p:nvSpPr>
          <p:spPr>
            <a:xfrm>
              <a:off x="2867595" y="4031529"/>
              <a:ext cx="744825" cy="760073"/>
            </a:xfrm>
            <a:custGeom>
              <a:avLst/>
              <a:gdLst>
                <a:gd name="connsiteX0" fmla="*/ 371085 w 744825"/>
                <a:gd name="connsiteY0" fmla="*/ 674183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60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3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3"/>
                  </a:moveTo>
                  <a:cubicBezTo>
                    <a:pt x="423951" y="524917"/>
                    <a:pt x="571305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60" y="760044"/>
                    <a:pt x="351960" y="760013"/>
                    <a:pt x="351960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3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8" name="Полилиния 127">
              <a:extLst>
                <a:ext uri="{FF2B5EF4-FFF2-40B4-BE49-F238E27FC236}">
                  <a16:creationId xmlns:a16="http://schemas.microsoft.com/office/drawing/2014/main" id="{36E62E56-0B2A-6E1E-EBCC-28E81D7E12F4}"/>
                </a:ext>
              </a:extLst>
            </p:cNvPr>
            <p:cNvSpPr/>
            <p:nvPr/>
          </p:nvSpPr>
          <p:spPr>
            <a:xfrm>
              <a:off x="3870440" y="4031529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9" name="Полилиния 128">
              <a:extLst>
                <a:ext uri="{FF2B5EF4-FFF2-40B4-BE49-F238E27FC236}">
                  <a16:creationId xmlns:a16="http://schemas.microsoft.com/office/drawing/2014/main" id="{6C477F5E-EC47-E241-2575-67A8DA9E8967}"/>
                </a:ext>
              </a:extLst>
            </p:cNvPr>
            <p:cNvSpPr/>
            <p:nvPr/>
          </p:nvSpPr>
          <p:spPr>
            <a:xfrm>
              <a:off x="4691507" y="4031529"/>
              <a:ext cx="742199" cy="759997"/>
            </a:xfrm>
            <a:custGeom>
              <a:avLst/>
              <a:gdLst>
                <a:gd name="connsiteX0" fmla="*/ 742200 w 742199"/>
                <a:gd name="connsiteY0" fmla="*/ 759998 h 759997"/>
                <a:gd name="connsiteX1" fmla="*/ 0 w 742199"/>
                <a:gd name="connsiteY1" fmla="*/ 759998 h 759997"/>
                <a:gd name="connsiteX2" fmla="*/ 0 w 742199"/>
                <a:gd name="connsiteY2" fmla="*/ 0 h 759997"/>
                <a:gd name="connsiteX3" fmla="*/ 371100 w 742199"/>
                <a:gd name="connsiteY3" fmla="*/ 380014 h 759997"/>
                <a:gd name="connsiteX4" fmla="*/ 742200 w 742199"/>
                <a:gd name="connsiteY4" fmla="*/ 0 h 759997"/>
                <a:gd name="connsiteX5" fmla="*/ 742200 w 742199"/>
                <a:gd name="connsiteY5" fmla="*/ 759998 h 759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7">
                  <a:moveTo>
                    <a:pt x="742200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200" y="0"/>
                  </a:lnTo>
                  <a:lnTo>
                    <a:pt x="742200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0" name="Полилиния 129">
              <a:extLst>
                <a:ext uri="{FF2B5EF4-FFF2-40B4-BE49-F238E27FC236}">
                  <a16:creationId xmlns:a16="http://schemas.microsoft.com/office/drawing/2014/main" id="{440476F8-0C0A-5F2E-A79F-FA3AAE612488}"/>
                </a:ext>
              </a:extLst>
            </p:cNvPr>
            <p:cNvSpPr/>
            <p:nvPr/>
          </p:nvSpPr>
          <p:spPr>
            <a:xfrm>
              <a:off x="5661392" y="4025139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3 w 761373"/>
                <a:gd name="connsiteY2" fmla="*/ 436751 h 766357"/>
                <a:gd name="connsiteX3" fmla="*/ 380670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9 w 761373"/>
                <a:gd name="connsiteY6" fmla="*/ 75099 h 766357"/>
                <a:gd name="connsiteX7" fmla="*/ 380685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5" y="-25018"/>
                    <a:pt x="617394" y="-25018"/>
                    <a:pt x="700208" y="75099"/>
                  </a:cubicBezTo>
                  <a:cubicBezTo>
                    <a:pt x="781292" y="173186"/>
                    <a:pt x="781823" y="328664"/>
                    <a:pt x="701423" y="436751"/>
                  </a:cubicBezTo>
                  <a:cubicBezTo>
                    <a:pt x="621037" y="544837"/>
                    <a:pt x="380670" y="766358"/>
                    <a:pt x="380670" y="766358"/>
                  </a:cubicBezTo>
                  <a:cubicBezTo>
                    <a:pt x="380670" y="766358"/>
                    <a:pt x="140363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1" name="Полилиния 130">
              <a:extLst>
                <a:ext uri="{FF2B5EF4-FFF2-40B4-BE49-F238E27FC236}">
                  <a16:creationId xmlns:a16="http://schemas.microsoft.com/office/drawing/2014/main" id="{3FB38B06-829C-3439-9DE8-208277791DA8}"/>
                </a:ext>
              </a:extLst>
            </p:cNvPr>
            <p:cNvSpPr/>
            <p:nvPr/>
          </p:nvSpPr>
          <p:spPr>
            <a:xfrm>
              <a:off x="6635254" y="4037923"/>
              <a:ext cx="717534" cy="740817"/>
            </a:xfrm>
            <a:custGeom>
              <a:avLst/>
              <a:gdLst>
                <a:gd name="connsiteX0" fmla="*/ 717535 w 717534"/>
                <a:gd name="connsiteY0" fmla="*/ 370409 h 740817"/>
                <a:gd name="connsiteX1" fmla="*/ 327887 w 717534"/>
                <a:gd name="connsiteY1" fmla="*/ 740817 h 740817"/>
                <a:gd name="connsiteX2" fmla="*/ 327887 w 717534"/>
                <a:gd name="connsiteY2" fmla="*/ 554310 h 740817"/>
                <a:gd name="connsiteX3" fmla="*/ 0 w 717534"/>
                <a:gd name="connsiteY3" fmla="*/ 554310 h 740817"/>
                <a:gd name="connsiteX4" fmla="*/ 0 w 717534"/>
                <a:gd name="connsiteY4" fmla="*/ 185174 h 740817"/>
                <a:gd name="connsiteX5" fmla="*/ 327887 w 717534"/>
                <a:gd name="connsiteY5" fmla="*/ 185174 h 740817"/>
                <a:gd name="connsiteX6" fmla="*/ 327887 w 717534"/>
                <a:gd name="connsiteY6" fmla="*/ 0 h 740817"/>
                <a:gd name="connsiteX7" fmla="*/ 717535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5" y="370409"/>
                  </a:moveTo>
                  <a:lnTo>
                    <a:pt x="327887" y="740817"/>
                  </a:lnTo>
                  <a:lnTo>
                    <a:pt x="327887" y="554310"/>
                  </a:lnTo>
                  <a:lnTo>
                    <a:pt x="0" y="554310"/>
                  </a:lnTo>
                  <a:lnTo>
                    <a:pt x="0" y="185174"/>
                  </a:lnTo>
                  <a:lnTo>
                    <a:pt x="327887" y="185174"/>
                  </a:lnTo>
                  <a:lnTo>
                    <a:pt x="327887" y="0"/>
                  </a:lnTo>
                  <a:lnTo>
                    <a:pt x="717535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2" name="Полилиния 131">
              <a:extLst>
                <a:ext uri="{FF2B5EF4-FFF2-40B4-BE49-F238E27FC236}">
                  <a16:creationId xmlns:a16="http://schemas.microsoft.com/office/drawing/2014/main" id="{E5D5CCD7-1E68-A54E-9AF6-CA8FCC3E7B2F}"/>
                </a:ext>
              </a:extLst>
            </p:cNvPr>
            <p:cNvSpPr/>
            <p:nvPr/>
          </p:nvSpPr>
          <p:spPr>
            <a:xfrm>
              <a:off x="7519752" y="4029635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11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70 h 763664"/>
                <a:gd name="connsiteX10" fmla="*/ 222623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17 h 763664"/>
                <a:gd name="connsiteX13" fmla="*/ 214715 w 765058"/>
                <a:gd name="connsiteY13" fmla="*/ 443981 h 763664"/>
                <a:gd name="connsiteX14" fmla="*/ 214746 w 765058"/>
                <a:gd name="connsiteY14" fmla="*/ 444103 h 763664"/>
                <a:gd name="connsiteX15" fmla="*/ 214791 w 765058"/>
                <a:gd name="connsiteY15" fmla="*/ 444163 h 763664"/>
                <a:gd name="connsiteX16" fmla="*/ 214807 w 765058"/>
                <a:gd name="connsiteY16" fmla="*/ 444193 h 763664"/>
                <a:gd name="connsiteX17" fmla="*/ 209980 w 765058"/>
                <a:gd name="connsiteY17" fmla="*/ 447193 h 763664"/>
                <a:gd name="connsiteX18" fmla="*/ 142147 w 765058"/>
                <a:gd name="connsiteY18" fmla="*/ 488464 h 763664"/>
                <a:gd name="connsiteX19" fmla="*/ 137320 w 765058"/>
                <a:gd name="connsiteY19" fmla="*/ 491449 h 763664"/>
                <a:gd name="connsiteX20" fmla="*/ 137335 w 765058"/>
                <a:gd name="connsiteY20" fmla="*/ 491494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600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3 h 763664"/>
                <a:gd name="connsiteX31" fmla="*/ 624535 w 765058"/>
                <a:gd name="connsiteY31" fmla="*/ 479858 h 763664"/>
                <a:gd name="connsiteX32" fmla="*/ 626721 w 765058"/>
                <a:gd name="connsiteY32" fmla="*/ 473631 h 763664"/>
                <a:gd name="connsiteX33" fmla="*/ 627374 w 765058"/>
                <a:gd name="connsiteY33" fmla="*/ 471571 h 763664"/>
                <a:gd name="connsiteX34" fmla="*/ 627602 w 765058"/>
                <a:gd name="connsiteY34" fmla="*/ 470814 h 763664"/>
                <a:gd name="connsiteX35" fmla="*/ 627693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3 w 765058"/>
                <a:gd name="connsiteY39" fmla="*/ 442769 h 763664"/>
                <a:gd name="connsiteX40" fmla="*/ 543315 w 765058"/>
                <a:gd name="connsiteY40" fmla="*/ 440906 h 763664"/>
                <a:gd name="connsiteX41" fmla="*/ 543331 w 765058"/>
                <a:gd name="connsiteY41" fmla="*/ 440845 h 763664"/>
                <a:gd name="connsiteX42" fmla="*/ 543360 w 765058"/>
                <a:gd name="connsiteY42" fmla="*/ 440754 h 763664"/>
                <a:gd name="connsiteX43" fmla="*/ 543407 w 765058"/>
                <a:gd name="connsiteY43" fmla="*/ 440587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62"/>
                    <a:pt x="765058" y="381832"/>
                  </a:cubicBezTo>
                  <a:cubicBezTo>
                    <a:pt x="765058" y="592717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62"/>
                    <a:pt x="171274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11"/>
                  </a:cubicBezTo>
                  <a:cubicBezTo>
                    <a:pt x="533723" y="462117"/>
                    <a:pt x="526361" y="474616"/>
                    <a:pt x="515083" y="487176"/>
                  </a:cubicBezTo>
                  <a:cubicBezTo>
                    <a:pt x="493409" y="511327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70"/>
                  </a:cubicBezTo>
                  <a:cubicBezTo>
                    <a:pt x="238712" y="477358"/>
                    <a:pt x="228877" y="465238"/>
                    <a:pt x="222623" y="456420"/>
                  </a:cubicBezTo>
                  <a:cubicBezTo>
                    <a:pt x="219512" y="452026"/>
                    <a:pt x="217326" y="448527"/>
                    <a:pt x="216036" y="446330"/>
                  </a:cubicBezTo>
                  <a:cubicBezTo>
                    <a:pt x="215399" y="445239"/>
                    <a:pt x="214989" y="444497"/>
                    <a:pt x="214776" y="444117"/>
                  </a:cubicBezTo>
                  <a:lnTo>
                    <a:pt x="214715" y="443981"/>
                  </a:lnTo>
                  <a:cubicBezTo>
                    <a:pt x="214731" y="444012"/>
                    <a:pt x="214731" y="444057"/>
                    <a:pt x="214746" y="444103"/>
                  </a:cubicBezTo>
                  <a:cubicBezTo>
                    <a:pt x="214761" y="444117"/>
                    <a:pt x="214791" y="444148"/>
                    <a:pt x="214791" y="444163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03"/>
                    <a:pt x="137320" y="491449"/>
                  </a:cubicBezTo>
                  <a:cubicBezTo>
                    <a:pt x="137320" y="491449"/>
                    <a:pt x="137320" y="491479"/>
                    <a:pt x="137335" y="491494"/>
                  </a:cubicBezTo>
                  <a:cubicBezTo>
                    <a:pt x="137351" y="491540"/>
                    <a:pt x="137381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609" y="492025"/>
                    <a:pt x="137715" y="492237"/>
                    <a:pt x="137836" y="492479"/>
                  </a:cubicBezTo>
                  <a:cubicBezTo>
                    <a:pt x="138079" y="492949"/>
                    <a:pt x="138398" y="493540"/>
                    <a:pt x="138777" y="494221"/>
                  </a:cubicBezTo>
                  <a:cubicBezTo>
                    <a:pt x="139521" y="495600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62" y="597748"/>
                    <a:pt x="577983" y="555931"/>
                  </a:cubicBezTo>
                  <a:cubicBezTo>
                    <a:pt x="596304" y="535538"/>
                    <a:pt x="608431" y="515069"/>
                    <a:pt x="616081" y="499433"/>
                  </a:cubicBezTo>
                  <a:cubicBezTo>
                    <a:pt x="619921" y="491586"/>
                    <a:pt x="622669" y="484873"/>
                    <a:pt x="624535" y="479858"/>
                  </a:cubicBezTo>
                  <a:cubicBezTo>
                    <a:pt x="625477" y="477344"/>
                    <a:pt x="626190" y="475238"/>
                    <a:pt x="626721" y="473631"/>
                  </a:cubicBezTo>
                  <a:cubicBezTo>
                    <a:pt x="626979" y="472813"/>
                    <a:pt x="627207" y="472131"/>
                    <a:pt x="627374" y="471571"/>
                  </a:cubicBezTo>
                  <a:cubicBezTo>
                    <a:pt x="627465" y="471283"/>
                    <a:pt x="627526" y="471025"/>
                    <a:pt x="627602" y="470814"/>
                  </a:cubicBezTo>
                  <a:cubicBezTo>
                    <a:pt x="627632" y="470707"/>
                    <a:pt x="627662" y="470617"/>
                    <a:pt x="627693" y="470526"/>
                  </a:cubicBezTo>
                  <a:cubicBezTo>
                    <a:pt x="627693" y="470480"/>
                    <a:pt x="627708" y="470434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3" y="442769"/>
                  </a:lnTo>
                  <a:cubicBezTo>
                    <a:pt x="543649" y="441042"/>
                    <a:pt x="543331" y="440921"/>
                    <a:pt x="543315" y="440906"/>
                  </a:cubicBezTo>
                  <a:cubicBezTo>
                    <a:pt x="543315" y="440891"/>
                    <a:pt x="543331" y="440860"/>
                    <a:pt x="543331" y="440845"/>
                  </a:cubicBezTo>
                  <a:cubicBezTo>
                    <a:pt x="543331" y="440815"/>
                    <a:pt x="543346" y="440784"/>
                    <a:pt x="543360" y="440754"/>
                  </a:cubicBezTo>
                  <a:cubicBezTo>
                    <a:pt x="543376" y="440694"/>
                    <a:pt x="543391" y="440633"/>
                    <a:pt x="543407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3" name="Полилиния 132">
              <a:extLst>
                <a:ext uri="{FF2B5EF4-FFF2-40B4-BE49-F238E27FC236}">
                  <a16:creationId xmlns:a16="http://schemas.microsoft.com/office/drawing/2014/main" id="{5B95FC32-A62B-850A-BA48-675AED8D77E5}"/>
                </a:ext>
              </a:extLst>
            </p:cNvPr>
            <p:cNvSpPr/>
            <p:nvPr/>
          </p:nvSpPr>
          <p:spPr>
            <a:xfrm rot="5400000">
              <a:off x="8710466" y="383035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3 w 345499"/>
                <a:gd name="connsiteY1" fmla="*/ -13 h 740832"/>
                <a:gd name="connsiteX2" fmla="*/ 345463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3" y="-13"/>
                  </a:lnTo>
                  <a:lnTo>
                    <a:pt x="345463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4" name="Полилиния 133">
              <a:extLst>
                <a:ext uri="{FF2B5EF4-FFF2-40B4-BE49-F238E27FC236}">
                  <a16:creationId xmlns:a16="http://schemas.microsoft.com/office/drawing/2014/main" id="{FEFCE7AA-1BE3-1419-FAFB-44D6F207FC99}"/>
                </a:ext>
              </a:extLst>
            </p:cNvPr>
            <p:cNvSpPr/>
            <p:nvPr/>
          </p:nvSpPr>
          <p:spPr>
            <a:xfrm rot="5400000">
              <a:off x="8710466" y="4251848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3 w 345499"/>
                <a:gd name="connsiteY1" fmla="*/ -13 h 740832"/>
                <a:gd name="connsiteX2" fmla="*/ 345463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3" y="-13"/>
                  </a:lnTo>
                  <a:lnTo>
                    <a:pt x="345463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5" name="Полилиния 134">
              <a:extLst>
                <a:ext uri="{FF2B5EF4-FFF2-40B4-BE49-F238E27FC236}">
                  <a16:creationId xmlns:a16="http://schemas.microsoft.com/office/drawing/2014/main" id="{0279C1DD-E503-E0CD-7F25-91868462AC8D}"/>
                </a:ext>
              </a:extLst>
            </p:cNvPr>
            <p:cNvSpPr/>
            <p:nvPr/>
          </p:nvSpPr>
          <p:spPr>
            <a:xfrm>
              <a:off x="9482290" y="4041119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6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42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3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60 h 740695"/>
                <a:gd name="connsiteX15" fmla="*/ 742837 w 1484930"/>
                <a:gd name="connsiteY15" fmla="*/ 248171 h 740695"/>
                <a:gd name="connsiteX16" fmla="*/ 899494 w 1484930"/>
                <a:gd name="connsiteY16" fmla="*/ 96738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4 w 1484930"/>
                <a:gd name="connsiteY26" fmla="*/ 353864 h 740695"/>
                <a:gd name="connsiteX27" fmla="*/ 555018 w 1484930"/>
                <a:gd name="connsiteY27" fmla="*/ 281639 h 740695"/>
                <a:gd name="connsiteX28" fmla="*/ 469790 w 1484930"/>
                <a:gd name="connsiteY28" fmla="*/ 210764 h 740695"/>
                <a:gd name="connsiteX29" fmla="*/ 387340 w 1484930"/>
                <a:gd name="connsiteY29" fmla="*/ 180947 h 740695"/>
                <a:gd name="connsiteX30" fmla="*/ 382894 w 1484930"/>
                <a:gd name="connsiteY30" fmla="*/ 180826 h 740695"/>
                <a:gd name="connsiteX31" fmla="*/ 1102052 w 1484930"/>
                <a:gd name="connsiteY31" fmla="*/ 178598 h 740695"/>
                <a:gd name="connsiteX32" fmla="*/ 1015397 w 1484930"/>
                <a:gd name="connsiteY32" fmla="*/ 208416 h 740695"/>
                <a:gd name="connsiteX33" fmla="*/ 930291 w 1484930"/>
                <a:gd name="connsiteY33" fmla="*/ 279049 h 740695"/>
                <a:gd name="connsiteX34" fmla="*/ 865116 w 1484930"/>
                <a:gd name="connsiteY34" fmla="*/ 351212 h 740695"/>
                <a:gd name="connsiteX35" fmla="*/ 849648 w 1484930"/>
                <a:gd name="connsiteY35" fmla="*/ 370590 h 740695"/>
                <a:gd name="connsiteX36" fmla="*/ 930231 w 1484930"/>
                <a:gd name="connsiteY36" fmla="*/ 462026 h 740695"/>
                <a:gd name="connsiteX37" fmla="*/ 1015337 w 1484930"/>
                <a:gd name="connsiteY37" fmla="*/ 532705 h 740695"/>
                <a:gd name="connsiteX38" fmla="*/ 1102052 w 1484930"/>
                <a:gd name="connsiteY38" fmla="*/ 562522 h 740695"/>
                <a:gd name="connsiteX39" fmla="*/ 1106985 w 1484930"/>
                <a:gd name="connsiteY39" fmla="*/ 562522 h 740695"/>
                <a:gd name="connsiteX40" fmla="*/ 1288141 w 1484930"/>
                <a:gd name="connsiteY40" fmla="*/ 370530 h 740695"/>
                <a:gd name="connsiteX41" fmla="*/ 1106985 w 1484930"/>
                <a:gd name="connsiteY41" fmla="*/ 178598 h 740695"/>
                <a:gd name="connsiteX42" fmla="*/ 1102052 w 1484930"/>
                <a:gd name="connsiteY42" fmla="*/ 178598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0" y="728969"/>
                    <a:pt x="1137296" y="740696"/>
                  </a:cubicBezTo>
                  <a:lnTo>
                    <a:pt x="1114104" y="740696"/>
                  </a:lnTo>
                  <a:cubicBezTo>
                    <a:pt x="1041809" y="740696"/>
                    <a:pt x="965673" y="697668"/>
                    <a:pt x="899070" y="645564"/>
                  </a:cubicBezTo>
                  <a:cubicBezTo>
                    <a:pt x="839934" y="599323"/>
                    <a:pt x="784958" y="543265"/>
                    <a:pt x="742093" y="495176"/>
                  </a:cubicBezTo>
                  <a:cubicBezTo>
                    <a:pt x="699244" y="543325"/>
                    <a:pt x="644435" y="599884"/>
                    <a:pt x="585496" y="646609"/>
                  </a:cubicBezTo>
                  <a:cubicBezTo>
                    <a:pt x="521185" y="697607"/>
                    <a:pt x="447888" y="737848"/>
                    <a:pt x="377642" y="740514"/>
                  </a:cubicBezTo>
                  <a:lnTo>
                    <a:pt x="370827" y="740635"/>
                  </a:lnTo>
                  <a:cubicBezTo>
                    <a:pt x="169149" y="740635"/>
                    <a:pt x="5191" y="582339"/>
                    <a:pt x="121" y="382333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8" y="3091"/>
                    <a:pt x="521307" y="47362"/>
                    <a:pt x="585876" y="97860"/>
                  </a:cubicBezTo>
                  <a:cubicBezTo>
                    <a:pt x="644996" y="144100"/>
                    <a:pt x="699912" y="200143"/>
                    <a:pt x="742837" y="248171"/>
                  </a:cubicBezTo>
                  <a:cubicBezTo>
                    <a:pt x="785701" y="200022"/>
                    <a:pt x="840496" y="143479"/>
                    <a:pt x="899494" y="96738"/>
                  </a:cubicBezTo>
                  <a:cubicBezTo>
                    <a:pt x="965855" y="44029"/>
                    <a:pt x="1041809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4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61" y="481465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7" y="563401"/>
                    <a:pt x="441589" y="552901"/>
                    <a:pt x="469472" y="534993"/>
                  </a:cubicBezTo>
                  <a:cubicBezTo>
                    <a:pt x="498858" y="516160"/>
                    <a:pt x="528167" y="490616"/>
                    <a:pt x="554517" y="464435"/>
                  </a:cubicBezTo>
                  <a:cubicBezTo>
                    <a:pt x="590885" y="428254"/>
                    <a:pt x="620437" y="391832"/>
                    <a:pt x="635282" y="372817"/>
                  </a:cubicBezTo>
                  <a:cubicBezTo>
                    <a:pt x="631275" y="367636"/>
                    <a:pt x="626190" y="361212"/>
                    <a:pt x="620194" y="353864"/>
                  </a:cubicBezTo>
                  <a:cubicBezTo>
                    <a:pt x="603999" y="334107"/>
                    <a:pt x="581292" y="307821"/>
                    <a:pt x="555018" y="281639"/>
                  </a:cubicBezTo>
                  <a:cubicBezTo>
                    <a:pt x="528668" y="255338"/>
                    <a:pt x="499282" y="229718"/>
                    <a:pt x="469790" y="210764"/>
                  </a:cubicBezTo>
                  <a:cubicBezTo>
                    <a:pt x="441771" y="192734"/>
                    <a:pt x="409608" y="182189"/>
                    <a:pt x="387340" y="180947"/>
                  </a:cubicBezTo>
                  <a:lnTo>
                    <a:pt x="382894" y="180826"/>
                  </a:lnTo>
                  <a:close/>
                  <a:moveTo>
                    <a:pt x="1102052" y="178598"/>
                  </a:moveTo>
                  <a:cubicBezTo>
                    <a:pt x="1078859" y="178598"/>
                    <a:pt x="1045209" y="189280"/>
                    <a:pt x="1015397" y="208416"/>
                  </a:cubicBezTo>
                  <a:cubicBezTo>
                    <a:pt x="985952" y="227308"/>
                    <a:pt x="956642" y="252868"/>
                    <a:pt x="930291" y="279049"/>
                  </a:cubicBezTo>
                  <a:cubicBezTo>
                    <a:pt x="904078" y="305154"/>
                    <a:pt x="881310" y="331395"/>
                    <a:pt x="865116" y="351212"/>
                  </a:cubicBezTo>
                  <a:cubicBezTo>
                    <a:pt x="858922" y="358743"/>
                    <a:pt x="853732" y="365288"/>
                    <a:pt x="849648" y="370590"/>
                  </a:cubicBezTo>
                  <a:cubicBezTo>
                    <a:pt x="864432" y="389605"/>
                    <a:pt x="893924" y="425906"/>
                    <a:pt x="930231" y="462026"/>
                  </a:cubicBezTo>
                  <a:cubicBezTo>
                    <a:pt x="956581" y="488267"/>
                    <a:pt x="985891" y="513827"/>
                    <a:pt x="1015337" y="532705"/>
                  </a:cubicBezTo>
                  <a:cubicBezTo>
                    <a:pt x="1045209" y="551856"/>
                    <a:pt x="1078920" y="562522"/>
                    <a:pt x="1102052" y="562522"/>
                  </a:cubicBezTo>
                  <a:lnTo>
                    <a:pt x="1106985" y="562522"/>
                  </a:lnTo>
                  <a:cubicBezTo>
                    <a:pt x="1210897" y="559810"/>
                    <a:pt x="1288141" y="474935"/>
                    <a:pt x="1288141" y="370530"/>
                  </a:cubicBezTo>
                  <a:cubicBezTo>
                    <a:pt x="1288141" y="266140"/>
                    <a:pt x="1210897" y="181204"/>
                    <a:pt x="1106985" y="178598"/>
                  </a:cubicBezTo>
                  <a:lnTo>
                    <a:pt x="1102052" y="1785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6" name="Полилиния 135">
              <a:extLst>
                <a:ext uri="{FF2B5EF4-FFF2-40B4-BE49-F238E27FC236}">
                  <a16:creationId xmlns:a16="http://schemas.microsoft.com/office/drawing/2014/main" id="{669BBE1B-761A-019F-87F9-1A611C3CE25A}"/>
                </a:ext>
              </a:extLst>
            </p:cNvPr>
            <p:cNvSpPr/>
            <p:nvPr/>
          </p:nvSpPr>
          <p:spPr>
            <a:xfrm rot="5400000">
              <a:off x="383153" y="383035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7" name="Полилиния 136">
              <a:extLst>
                <a:ext uri="{FF2B5EF4-FFF2-40B4-BE49-F238E27FC236}">
                  <a16:creationId xmlns:a16="http://schemas.microsoft.com/office/drawing/2014/main" id="{E4812580-48C8-8DAC-8ADC-87624FDE9212}"/>
                </a:ext>
              </a:extLst>
            </p:cNvPr>
            <p:cNvSpPr/>
            <p:nvPr/>
          </p:nvSpPr>
          <p:spPr>
            <a:xfrm rot="5400000">
              <a:off x="383153" y="4251848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8" name="Полилиния 137">
              <a:extLst>
                <a:ext uri="{FF2B5EF4-FFF2-40B4-BE49-F238E27FC236}">
                  <a16:creationId xmlns:a16="http://schemas.microsoft.com/office/drawing/2014/main" id="{D49BE58C-FD47-E023-0126-AC0B6DDDA680}"/>
                </a:ext>
              </a:extLst>
            </p:cNvPr>
            <p:cNvSpPr/>
            <p:nvPr/>
          </p:nvSpPr>
          <p:spPr>
            <a:xfrm>
              <a:off x="1154971" y="4041119"/>
              <a:ext cx="1484931" cy="740695"/>
            </a:xfrm>
            <a:custGeom>
              <a:avLst/>
              <a:gdLst>
                <a:gd name="connsiteX0" fmla="*/ 1114105 w 1484931"/>
                <a:gd name="connsiteY0" fmla="*/ 0 h 740695"/>
                <a:gd name="connsiteX1" fmla="*/ 1484932 w 1484931"/>
                <a:gd name="connsiteY1" fmla="*/ 370409 h 740695"/>
                <a:gd name="connsiteX2" fmla="*/ 1484810 w 1484931"/>
                <a:gd name="connsiteY2" fmla="*/ 379984 h 740695"/>
                <a:gd name="connsiteX3" fmla="*/ 1137298 w 1484931"/>
                <a:gd name="connsiteY3" fmla="*/ 740696 h 740695"/>
                <a:gd name="connsiteX4" fmla="*/ 1114105 w 1484931"/>
                <a:gd name="connsiteY4" fmla="*/ 740696 h 740695"/>
                <a:gd name="connsiteX5" fmla="*/ 899071 w 1484931"/>
                <a:gd name="connsiteY5" fmla="*/ 645564 h 740695"/>
                <a:gd name="connsiteX6" fmla="*/ 742095 w 1484931"/>
                <a:gd name="connsiteY6" fmla="*/ 495176 h 740695"/>
                <a:gd name="connsiteX7" fmla="*/ 585498 w 1484931"/>
                <a:gd name="connsiteY7" fmla="*/ 646609 h 740695"/>
                <a:gd name="connsiteX8" fmla="*/ 377636 w 1484931"/>
                <a:gd name="connsiteY8" fmla="*/ 740514 h 740695"/>
                <a:gd name="connsiteX9" fmla="*/ 370833 w 1484931"/>
                <a:gd name="connsiteY9" fmla="*/ 740635 h 740695"/>
                <a:gd name="connsiteX10" fmla="*/ 123 w 1484931"/>
                <a:gd name="connsiteY10" fmla="*/ 382333 h 740695"/>
                <a:gd name="connsiteX11" fmla="*/ 0 w 1484931"/>
                <a:gd name="connsiteY11" fmla="*/ 372757 h 740695"/>
                <a:gd name="connsiteX12" fmla="*/ 370770 w 1484931"/>
                <a:gd name="connsiteY12" fmla="*/ 379 h 740695"/>
                <a:gd name="connsiteX13" fmla="*/ 377573 w 1484931"/>
                <a:gd name="connsiteY13" fmla="*/ 500 h 740695"/>
                <a:gd name="connsiteX14" fmla="*/ 585877 w 1484931"/>
                <a:gd name="connsiteY14" fmla="*/ 97860 h 740695"/>
                <a:gd name="connsiteX15" fmla="*/ 742839 w 1484931"/>
                <a:gd name="connsiteY15" fmla="*/ 248171 h 740695"/>
                <a:gd name="connsiteX16" fmla="*/ 899496 w 1484931"/>
                <a:gd name="connsiteY16" fmla="*/ 96738 h 740695"/>
                <a:gd name="connsiteX17" fmla="*/ 1114105 w 1484931"/>
                <a:gd name="connsiteY17" fmla="*/ 0 h 740695"/>
                <a:gd name="connsiteX18" fmla="*/ 382892 w 1484931"/>
                <a:gd name="connsiteY18" fmla="*/ 180826 h 740695"/>
                <a:gd name="connsiteX19" fmla="*/ 196733 w 1484931"/>
                <a:gd name="connsiteY19" fmla="*/ 372817 h 740695"/>
                <a:gd name="connsiteX20" fmla="*/ 196733 w 1484931"/>
                <a:gd name="connsiteY20" fmla="*/ 377757 h 740695"/>
                <a:gd name="connsiteX21" fmla="*/ 382892 w 1484931"/>
                <a:gd name="connsiteY21" fmla="*/ 564749 h 740695"/>
                <a:gd name="connsiteX22" fmla="*/ 387283 w 1484931"/>
                <a:gd name="connsiteY22" fmla="*/ 564628 h 740695"/>
                <a:gd name="connsiteX23" fmla="*/ 469478 w 1484931"/>
                <a:gd name="connsiteY23" fmla="*/ 534993 h 740695"/>
                <a:gd name="connsiteX24" fmla="*/ 554519 w 1484931"/>
                <a:gd name="connsiteY24" fmla="*/ 464435 h 740695"/>
                <a:gd name="connsiteX25" fmla="*/ 635284 w 1484931"/>
                <a:gd name="connsiteY25" fmla="*/ 372817 h 740695"/>
                <a:gd name="connsiteX26" fmla="*/ 620196 w 1484931"/>
                <a:gd name="connsiteY26" fmla="*/ 353864 h 740695"/>
                <a:gd name="connsiteX27" fmla="*/ 555019 w 1484931"/>
                <a:gd name="connsiteY27" fmla="*/ 281639 h 740695"/>
                <a:gd name="connsiteX28" fmla="*/ 469788 w 1484931"/>
                <a:gd name="connsiteY28" fmla="*/ 210764 h 740695"/>
                <a:gd name="connsiteX29" fmla="*/ 387345 w 1484931"/>
                <a:gd name="connsiteY29" fmla="*/ 180947 h 740695"/>
                <a:gd name="connsiteX30" fmla="*/ 382892 w 1484931"/>
                <a:gd name="connsiteY30" fmla="*/ 180826 h 740695"/>
                <a:gd name="connsiteX31" fmla="*/ 1102053 w 1484931"/>
                <a:gd name="connsiteY31" fmla="*/ 178598 h 740695"/>
                <a:gd name="connsiteX32" fmla="*/ 1015399 w 1484931"/>
                <a:gd name="connsiteY32" fmla="*/ 208416 h 740695"/>
                <a:gd name="connsiteX33" fmla="*/ 930293 w 1484931"/>
                <a:gd name="connsiteY33" fmla="*/ 279049 h 740695"/>
                <a:gd name="connsiteX34" fmla="*/ 865117 w 1484931"/>
                <a:gd name="connsiteY34" fmla="*/ 351212 h 740695"/>
                <a:gd name="connsiteX35" fmla="*/ 849650 w 1484931"/>
                <a:gd name="connsiteY35" fmla="*/ 370590 h 740695"/>
                <a:gd name="connsiteX36" fmla="*/ 930233 w 1484931"/>
                <a:gd name="connsiteY36" fmla="*/ 462026 h 740695"/>
                <a:gd name="connsiteX37" fmla="*/ 1015339 w 1484931"/>
                <a:gd name="connsiteY37" fmla="*/ 532705 h 740695"/>
                <a:gd name="connsiteX38" fmla="*/ 1102053 w 1484931"/>
                <a:gd name="connsiteY38" fmla="*/ 562522 h 740695"/>
                <a:gd name="connsiteX39" fmla="*/ 1106986 w 1484931"/>
                <a:gd name="connsiteY39" fmla="*/ 562522 h 740695"/>
                <a:gd name="connsiteX40" fmla="*/ 1288142 w 1484931"/>
                <a:gd name="connsiteY40" fmla="*/ 370530 h 740695"/>
                <a:gd name="connsiteX41" fmla="*/ 1106986 w 1484931"/>
                <a:gd name="connsiteY41" fmla="*/ 178598 h 740695"/>
                <a:gd name="connsiteX42" fmla="*/ 1102053 w 1484931"/>
                <a:gd name="connsiteY42" fmla="*/ 178598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1" h="740695">
                  <a:moveTo>
                    <a:pt x="1114105" y="0"/>
                  </a:moveTo>
                  <a:cubicBezTo>
                    <a:pt x="1319000" y="0"/>
                    <a:pt x="1484932" y="165887"/>
                    <a:pt x="1484932" y="370409"/>
                  </a:cubicBezTo>
                  <a:lnTo>
                    <a:pt x="1484810" y="379984"/>
                  </a:lnTo>
                  <a:cubicBezTo>
                    <a:pt x="1479923" y="572339"/>
                    <a:pt x="1328092" y="728969"/>
                    <a:pt x="1137298" y="740696"/>
                  </a:cubicBezTo>
                  <a:lnTo>
                    <a:pt x="1114105" y="740696"/>
                  </a:lnTo>
                  <a:cubicBezTo>
                    <a:pt x="1041810" y="740696"/>
                    <a:pt x="965674" y="697668"/>
                    <a:pt x="899071" y="645564"/>
                  </a:cubicBezTo>
                  <a:cubicBezTo>
                    <a:pt x="839936" y="599323"/>
                    <a:pt x="784959" y="543265"/>
                    <a:pt x="742095" y="495176"/>
                  </a:cubicBezTo>
                  <a:cubicBezTo>
                    <a:pt x="699246" y="543325"/>
                    <a:pt x="644436" y="599884"/>
                    <a:pt x="585498" y="646609"/>
                  </a:cubicBezTo>
                  <a:cubicBezTo>
                    <a:pt x="521182" y="697607"/>
                    <a:pt x="447894" y="737848"/>
                    <a:pt x="377636" y="740514"/>
                  </a:cubicBezTo>
                  <a:lnTo>
                    <a:pt x="370833" y="740635"/>
                  </a:lnTo>
                  <a:cubicBezTo>
                    <a:pt x="169151" y="740635"/>
                    <a:pt x="5194" y="582339"/>
                    <a:pt x="123" y="382333"/>
                  </a:cubicBezTo>
                  <a:lnTo>
                    <a:pt x="0" y="372757"/>
                  </a:lnTo>
                  <a:cubicBezTo>
                    <a:pt x="0" y="168417"/>
                    <a:pt x="165872" y="379"/>
                    <a:pt x="370770" y="379"/>
                  </a:cubicBezTo>
                  <a:lnTo>
                    <a:pt x="377573" y="500"/>
                  </a:lnTo>
                  <a:cubicBezTo>
                    <a:pt x="447832" y="3091"/>
                    <a:pt x="521305" y="47362"/>
                    <a:pt x="585877" y="97860"/>
                  </a:cubicBezTo>
                  <a:cubicBezTo>
                    <a:pt x="644998" y="144100"/>
                    <a:pt x="699914" y="200143"/>
                    <a:pt x="742839" y="248171"/>
                  </a:cubicBezTo>
                  <a:cubicBezTo>
                    <a:pt x="785703" y="200022"/>
                    <a:pt x="840497" y="143479"/>
                    <a:pt x="899496" y="96738"/>
                  </a:cubicBezTo>
                  <a:cubicBezTo>
                    <a:pt x="965856" y="44029"/>
                    <a:pt x="1041810" y="0"/>
                    <a:pt x="1114105" y="0"/>
                  </a:cubicBezTo>
                  <a:close/>
                  <a:moveTo>
                    <a:pt x="382892" y="180826"/>
                  </a:moveTo>
                  <a:cubicBezTo>
                    <a:pt x="276702" y="180826"/>
                    <a:pt x="196733" y="266761"/>
                    <a:pt x="196733" y="372817"/>
                  </a:cubicBezTo>
                  <a:lnTo>
                    <a:pt x="196733" y="377757"/>
                  </a:lnTo>
                  <a:cubicBezTo>
                    <a:pt x="199455" y="481465"/>
                    <a:pt x="278310" y="564749"/>
                    <a:pt x="382892" y="564749"/>
                  </a:cubicBezTo>
                  <a:lnTo>
                    <a:pt x="387283" y="564628"/>
                  </a:lnTo>
                  <a:cubicBezTo>
                    <a:pt x="409486" y="563401"/>
                    <a:pt x="441586" y="552901"/>
                    <a:pt x="469478" y="534993"/>
                  </a:cubicBezTo>
                  <a:cubicBezTo>
                    <a:pt x="498856" y="516160"/>
                    <a:pt x="528170" y="490616"/>
                    <a:pt x="554519" y="464435"/>
                  </a:cubicBezTo>
                  <a:cubicBezTo>
                    <a:pt x="590886" y="428254"/>
                    <a:pt x="620439" y="391832"/>
                    <a:pt x="635284" y="372817"/>
                  </a:cubicBezTo>
                  <a:cubicBezTo>
                    <a:pt x="631276" y="367636"/>
                    <a:pt x="626192" y="361212"/>
                    <a:pt x="620196" y="353864"/>
                  </a:cubicBezTo>
                  <a:cubicBezTo>
                    <a:pt x="604001" y="334107"/>
                    <a:pt x="581294" y="307821"/>
                    <a:pt x="555019" y="281639"/>
                  </a:cubicBezTo>
                  <a:cubicBezTo>
                    <a:pt x="528665" y="255338"/>
                    <a:pt x="499288" y="229718"/>
                    <a:pt x="469788" y="210764"/>
                  </a:cubicBezTo>
                  <a:cubicBezTo>
                    <a:pt x="441771" y="192734"/>
                    <a:pt x="409611" y="182189"/>
                    <a:pt x="387345" y="180947"/>
                  </a:cubicBezTo>
                  <a:lnTo>
                    <a:pt x="382892" y="180826"/>
                  </a:lnTo>
                  <a:close/>
                  <a:moveTo>
                    <a:pt x="1102053" y="178598"/>
                  </a:moveTo>
                  <a:cubicBezTo>
                    <a:pt x="1078861" y="178598"/>
                    <a:pt x="1045210" y="189280"/>
                    <a:pt x="1015399" y="208416"/>
                  </a:cubicBezTo>
                  <a:cubicBezTo>
                    <a:pt x="985953" y="227308"/>
                    <a:pt x="956643" y="252868"/>
                    <a:pt x="930293" y="279049"/>
                  </a:cubicBezTo>
                  <a:cubicBezTo>
                    <a:pt x="904080" y="305154"/>
                    <a:pt x="881312" y="331395"/>
                    <a:pt x="865117" y="351212"/>
                  </a:cubicBezTo>
                  <a:cubicBezTo>
                    <a:pt x="858924" y="358743"/>
                    <a:pt x="853733" y="365288"/>
                    <a:pt x="849650" y="370590"/>
                  </a:cubicBezTo>
                  <a:cubicBezTo>
                    <a:pt x="864434" y="389605"/>
                    <a:pt x="893926" y="425906"/>
                    <a:pt x="930233" y="462026"/>
                  </a:cubicBezTo>
                  <a:cubicBezTo>
                    <a:pt x="956582" y="488267"/>
                    <a:pt x="985892" y="513827"/>
                    <a:pt x="1015339" y="532705"/>
                  </a:cubicBezTo>
                  <a:cubicBezTo>
                    <a:pt x="1045210" y="551856"/>
                    <a:pt x="1078921" y="562522"/>
                    <a:pt x="1102053" y="562522"/>
                  </a:cubicBezTo>
                  <a:lnTo>
                    <a:pt x="1106986" y="562522"/>
                  </a:lnTo>
                  <a:cubicBezTo>
                    <a:pt x="1210899" y="559810"/>
                    <a:pt x="1288142" y="474935"/>
                    <a:pt x="1288142" y="370530"/>
                  </a:cubicBezTo>
                  <a:cubicBezTo>
                    <a:pt x="1288142" y="266140"/>
                    <a:pt x="1210899" y="181204"/>
                    <a:pt x="1106986" y="178598"/>
                  </a:cubicBezTo>
                  <a:lnTo>
                    <a:pt x="1102053" y="1785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9" name="Полилиния 138">
              <a:extLst>
                <a:ext uri="{FF2B5EF4-FFF2-40B4-BE49-F238E27FC236}">
                  <a16:creationId xmlns:a16="http://schemas.microsoft.com/office/drawing/2014/main" id="{DAA08B5B-9BC8-D5D3-9C41-756EBDF1F04A}"/>
                </a:ext>
              </a:extLst>
            </p:cNvPr>
            <p:cNvSpPr/>
            <p:nvPr/>
          </p:nvSpPr>
          <p:spPr>
            <a:xfrm>
              <a:off x="11194913" y="4031529"/>
              <a:ext cx="744825" cy="760073"/>
            </a:xfrm>
            <a:custGeom>
              <a:avLst/>
              <a:gdLst>
                <a:gd name="connsiteX0" fmla="*/ 371085 w 744825"/>
                <a:gd name="connsiteY0" fmla="*/ 674183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3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3"/>
                  </a:moveTo>
                  <a:cubicBezTo>
                    <a:pt x="423951" y="524917"/>
                    <a:pt x="571304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3"/>
                    <a:pt x="351959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3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0" name="Полилиния 139">
              <a:extLst>
                <a:ext uri="{FF2B5EF4-FFF2-40B4-BE49-F238E27FC236}">
                  <a16:creationId xmlns:a16="http://schemas.microsoft.com/office/drawing/2014/main" id="{19BD6DD4-F4B4-39A2-6B64-6AD8BA79703C}"/>
                </a:ext>
              </a:extLst>
            </p:cNvPr>
            <p:cNvSpPr/>
            <p:nvPr userDrawn="1"/>
          </p:nvSpPr>
          <p:spPr>
            <a:xfrm>
              <a:off x="184790" y="5939047"/>
              <a:ext cx="744829" cy="760073"/>
            </a:xfrm>
            <a:custGeom>
              <a:avLst/>
              <a:gdLst>
                <a:gd name="connsiteX0" fmla="*/ 371088 w 744829"/>
                <a:gd name="connsiteY0" fmla="*/ 674184 h 760073"/>
                <a:gd name="connsiteX1" fmla="*/ 744830 w 744829"/>
                <a:gd name="connsiteY1" fmla="*/ 417528 h 760073"/>
                <a:gd name="connsiteX2" fmla="*/ 744830 w 744829"/>
                <a:gd name="connsiteY2" fmla="*/ 760074 h 760073"/>
                <a:gd name="connsiteX3" fmla="*/ 351952 w 744829"/>
                <a:gd name="connsiteY3" fmla="*/ 760074 h 760073"/>
                <a:gd name="connsiteX4" fmla="*/ 351967 w 744829"/>
                <a:gd name="connsiteY4" fmla="*/ 759983 h 760073"/>
                <a:gd name="connsiteX5" fmla="*/ 0 w 744829"/>
                <a:gd name="connsiteY5" fmla="*/ 759983 h 760073"/>
                <a:gd name="connsiteX6" fmla="*/ 0 w 744829"/>
                <a:gd name="connsiteY6" fmla="*/ 0 h 760073"/>
                <a:gd name="connsiteX7" fmla="*/ 371088 w 744829"/>
                <a:gd name="connsiteY7" fmla="*/ 0 h 760073"/>
                <a:gd name="connsiteX8" fmla="*/ 371088 w 744829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9" h="760073">
                  <a:moveTo>
                    <a:pt x="371088" y="674184"/>
                  </a:moveTo>
                  <a:cubicBezTo>
                    <a:pt x="423959" y="524917"/>
                    <a:pt x="571310" y="417528"/>
                    <a:pt x="744830" y="417528"/>
                  </a:cubicBezTo>
                  <a:lnTo>
                    <a:pt x="744830" y="760074"/>
                  </a:lnTo>
                  <a:lnTo>
                    <a:pt x="351952" y="760074"/>
                  </a:lnTo>
                  <a:cubicBezTo>
                    <a:pt x="351955" y="760044"/>
                    <a:pt x="351964" y="760013"/>
                    <a:pt x="351967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8" y="0"/>
                  </a:lnTo>
                  <a:lnTo>
                    <a:pt x="371088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1" name="Полилиния 140">
              <a:extLst>
                <a:ext uri="{FF2B5EF4-FFF2-40B4-BE49-F238E27FC236}">
                  <a16:creationId xmlns:a16="http://schemas.microsoft.com/office/drawing/2014/main" id="{C724638D-C567-94CC-530C-BEDED41DCA32}"/>
                </a:ext>
              </a:extLst>
            </p:cNvPr>
            <p:cNvSpPr/>
            <p:nvPr userDrawn="1"/>
          </p:nvSpPr>
          <p:spPr>
            <a:xfrm>
              <a:off x="1187639" y="5939047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2" name="Полилиния 141">
              <a:extLst>
                <a:ext uri="{FF2B5EF4-FFF2-40B4-BE49-F238E27FC236}">
                  <a16:creationId xmlns:a16="http://schemas.microsoft.com/office/drawing/2014/main" id="{B4341EC9-211B-C651-C2F6-2996006D6EC0}"/>
                </a:ext>
              </a:extLst>
            </p:cNvPr>
            <p:cNvSpPr/>
            <p:nvPr userDrawn="1"/>
          </p:nvSpPr>
          <p:spPr>
            <a:xfrm>
              <a:off x="2008703" y="5939047"/>
              <a:ext cx="742199" cy="759998"/>
            </a:xfrm>
            <a:custGeom>
              <a:avLst/>
              <a:gdLst>
                <a:gd name="connsiteX0" fmla="*/ 742199 w 742199"/>
                <a:gd name="connsiteY0" fmla="*/ 759998 h 759998"/>
                <a:gd name="connsiteX1" fmla="*/ 0 w 742199"/>
                <a:gd name="connsiteY1" fmla="*/ 759998 h 759998"/>
                <a:gd name="connsiteX2" fmla="*/ 0 w 742199"/>
                <a:gd name="connsiteY2" fmla="*/ 0 h 759998"/>
                <a:gd name="connsiteX3" fmla="*/ 371100 w 742199"/>
                <a:gd name="connsiteY3" fmla="*/ 380014 h 759998"/>
                <a:gd name="connsiteX4" fmla="*/ 742199 w 742199"/>
                <a:gd name="connsiteY4" fmla="*/ 0 h 759998"/>
                <a:gd name="connsiteX5" fmla="*/ 742199 w 742199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3" name="Полилиния 142">
              <a:extLst>
                <a:ext uri="{FF2B5EF4-FFF2-40B4-BE49-F238E27FC236}">
                  <a16:creationId xmlns:a16="http://schemas.microsoft.com/office/drawing/2014/main" id="{A8BDE3A9-7666-5866-1E25-CF10B415435C}"/>
                </a:ext>
              </a:extLst>
            </p:cNvPr>
            <p:cNvSpPr/>
            <p:nvPr userDrawn="1"/>
          </p:nvSpPr>
          <p:spPr>
            <a:xfrm>
              <a:off x="2978588" y="5932657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70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9 w 761373"/>
                <a:gd name="connsiteY6" fmla="*/ 75099 h 766357"/>
                <a:gd name="connsiteX7" fmla="*/ 380685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5" y="-25018"/>
                    <a:pt x="617394" y="-25018"/>
                    <a:pt x="700208" y="75099"/>
                  </a:cubicBezTo>
                  <a:cubicBezTo>
                    <a:pt x="781292" y="173186"/>
                    <a:pt x="781823" y="328664"/>
                    <a:pt x="701422" y="436751"/>
                  </a:cubicBezTo>
                  <a:cubicBezTo>
                    <a:pt x="621037" y="544837"/>
                    <a:pt x="380670" y="766358"/>
                    <a:pt x="380670" y="766358"/>
                  </a:cubicBezTo>
                  <a:cubicBezTo>
                    <a:pt x="380670" y="766358"/>
                    <a:pt x="140363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4" name="Полилиния 143">
              <a:extLst>
                <a:ext uri="{FF2B5EF4-FFF2-40B4-BE49-F238E27FC236}">
                  <a16:creationId xmlns:a16="http://schemas.microsoft.com/office/drawing/2014/main" id="{76C88B2A-F11B-27DE-77A6-D6FCA67C8AD4}"/>
                </a:ext>
              </a:extLst>
            </p:cNvPr>
            <p:cNvSpPr/>
            <p:nvPr userDrawn="1"/>
          </p:nvSpPr>
          <p:spPr>
            <a:xfrm>
              <a:off x="3952450" y="5945440"/>
              <a:ext cx="717534" cy="740817"/>
            </a:xfrm>
            <a:custGeom>
              <a:avLst/>
              <a:gdLst>
                <a:gd name="connsiteX0" fmla="*/ 717534 w 717534"/>
                <a:gd name="connsiteY0" fmla="*/ 370409 h 740817"/>
                <a:gd name="connsiteX1" fmla="*/ 327887 w 717534"/>
                <a:gd name="connsiteY1" fmla="*/ 740817 h 740817"/>
                <a:gd name="connsiteX2" fmla="*/ 327887 w 717534"/>
                <a:gd name="connsiteY2" fmla="*/ 554431 h 740817"/>
                <a:gd name="connsiteX3" fmla="*/ 0 w 717534"/>
                <a:gd name="connsiteY3" fmla="*/ 554431 h 740817"/>
                <a:gd name="connsiteX4" fmla="*/ 0 w 717534"/>
                <a:gd name="connsiteY4" fmla="*/ 185280 h 740817"/>
                <a:gd name="connsiteX5" fmla="*/ 327887 w 717534"/>
                <a:gd name="connsiteY5" fmla="*/ 185280 h 740817"/>
                <a:gd name="connsiteX6" fmla="*/ 327887 w 717534"/>
                <a:gd name="connsiteY6" fmla="*/ 0 h 740817"/>
                <a:gd name="connsiteX7" fmla="*/ 717534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4" y="370409"/>
                  </a:moveTo>
                  <a:lnTo>
                    <a:pt x="327887" y="740817"/>
                  </a:lnTo>
                  <a:lnTo>
                    <a:pt x="327887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887" y="185280"/>
                  </a:lnTo>
                  <a:lnTo>
                    <a:pt x="327887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5" name="Полилиния 144">
              <a:extLst>
                <a:ext uri="{FF2B5EF4-FFF2-40B4-BE49-F238E27FC236}">
                  <a16:creationId xmlns:a16="http://schemas.microsoft.com/office/drawing/2014/main" id="{AFA0BB5A-9239-7E1D-C0BF-37D923C78DCA}"/>
                </a:ext>
              </a:extLst>
            </p:cNvPr>
            <p:cNvSpPr/>
            <p:nvPr userDrawn="1"/>
          </p:nvSpPr>
          <p:spPr>
            <a:xfrm>
              <a:off x="4836948" y="5937153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26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85 h 763664"/>
                <a:gd name="connsiteX10" fmla="*/ 222623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33 h 763664"/>
                <a:gd name="connsiteX13" fmla="*/ 214715 w 765058"/>
                <a:gd name="connsiteY13" fmla="*/ 443981 h 763664"/>
                <a:gd name="connsiteX14" fmla="*/ 214746 w 765058"/>
                <a:gd name="connsiteY14" fmla="*/ 444102 h 763664"/>
                <a:gd name="connsiteX15" fmla="*/ 214791 w 765058"/>
                <a:gd name="connsiteY15" fmla="*/ 444178 h 763664"/>
                <a:gd name="connsiteX16" fmla="*/ 214807 w 765058"/>
                <a:gd name="connsiteY16" fmla="*/ 444193 h 763664"/>
                <a:gd name="connsiteX17" fmla="*/ 209980 w 765058"/>
                <a:gd name="connsiteY17" fmla="*/ 447193 h 763664"/>
                <a:gd name="connsiteX18" fmla="*/ 142147 w 765058"/>
                <a:gd name="connsiteY18" fmla="*/ 488464 h 763664"/>
                <a:gd name="connsiteX19" fmla="*/ 137320 w 765058"/>
                <a:gd name="connsiteY19" fmla="*/ 491449 h 763664"/>
                <a:gd name="connsiteX20" fmla="*/ 137335 w 765058"/>
                <a:gd name="connsiteY20" fmla="*/ 491509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600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4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1 w 765058"/>
                <a:gd name="connsiteY34" fmla="*/ 470813 h 763664"/>
                <a:gd name="connsiteX35" fmla="*/ 627693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2 w 765058"/>
                <a:gd name="connsiteY39" fmla="*/ 442769 h 763664"/>
                <a:gd name="connsiteX40" fmla="*/ 543315 w 765058"/>
                <a:gd name="connsiteY40" fmla="*/ 440906 h 763664"/>
                <a:gd name="connsiteX41" fmla="*/ 543330 w 765058"/>
                <a:gd name="connsiteY41" fmla="*/ 440845 h 763664"/>
                <a:gd name="connsiteX42" fmla="*/ 543361 w 765058"/>
                <a:gd name="connsiteY42" fmla="*/ 440754 h 763664"/>
                <a:gd name="connsiteX43" fmla="*/ 543406 w 765058"/>
                <a:gd name="connsiteY43" fmla="*/ 440587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62"/>
                    <a:pt x="765058" y="381832"/>
                  </a:cubicBezTo>
                  <a:cubicBezTo>
                    <a:pt x="765058" y="592717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62"/>
                    <a:pt x="171274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2" y="462117"/>
                    <a:pt x="526361" y="474616"/>
                    <a:pt x="515083" y="487176"/>
                  </a:cubicBezTo>
                  <a:cubicBezTo>
                    <a:pt x="493408" y="511327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85"/>
                  </a:cubicBezTo>
                  <a:cubicBezTo>
                    <a:pt x="238712" y="477374"/>
                    <a:pt x="228877" y="465238"/>
                    <a:pt x="222623" y="456420"/>
                  </a:cubicBezTo>
                  <a:cubicBezTo>
                    <a:pt x="219512" y="452041"/>
                    <a:pt x="217326" y="448527"/>
                    <a:pt x="216036" y="446330"/>
                  </a:cubicBezTo>
                  <a:cubicBezTo>
                    <a:pt x="215399" y="445254"/>
                    <a:pt x="214989" y="444496"/>
                    <a:pt x="214776" y="444133"/>
                  </a:cubicBezTo>
                  <a:lnTo>
                    <a:pt x="214715" y="443981"/>
                  </a:lnTo>
                  <a:cubicBezTo>
                    <a:pt x="214731" y="444012"/>
                    <a:pt x="214731" y="444057"/>
                    <a:pt x="214746" y="444102"/>
                  </a:cubicBezTo>
                  <a:cubicBezTo>
                    <a:pt x="214761" y="444118"/>
                    <a:pt x="214791" y="444148"/>
                    <a:pt x="214791" y="444178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19"/>
                    <a:pt x="137320" y="491449"/>
                  </a:cubicBezTo>
                  <a:cubicBezTo>
                    <a:pt x="137320" y="491449"/>
                    <a:pt x="137320" y="491479"/>
                    <a:pt x="137335" y="491509"/>
                  </a:cubicBezTo>
                  <a:cubicBezTo>
                    <a:pt x="137351" y="491540"/>
                    <a:pt x="137381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609" y="492025"/>
                    <a:pt x="137715" y="492237"/>
                    <a:pt x="137836" y="492479"/>
                  </a:cubicBezTo>
                  <a:cubicBezTo>
                    <a:pt x="138079" y="492949"/>
                    <a:pt x="138398" y="493540"/>
                    <a:pt x="138777" y="494221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62" y="597748"/>
                    <a:pt x="577983" y="555931"/>
                  </a:cubicBezTo>
                  <a:cubicBezTo>
                    <a:pt x="596304" y="535538"/>
                    <a:pt x="608431" y="515069"/>
                    <a:pt x="616081" y="499434"/>
                  </a:cubicBezTo>
                  <a:cubicBezTo>
                    <a:pt x="619921" y="491585"/>
                    <a:pt x="622669" y="484873"/>
                    <a:pt x="624535" y="479858"/>
                  </a:cubicBezTo>
                  <a:cubicBezTo>
                    <a:pt x="625477" y="477343"/>
                    <a:pt x="626190" y="475253"/>
                    <a:pt x="626721" y="473632"/>
                  </a:cubicBezTo>
                  <a:cubicBezTo>
                    <a:pt x="626979" y="472828"/>
                    <a:pt x="627207" y="472132"/>
                    <a:pt x="627374" y="471571"/>
                  </a:cubicBezTo>
                  <a:cubicBezTo>
                    <a:pt x="627465" y="471298"/>
                    <a:pt x="627526" y="471041"/>
                    <a:pt x="627601" y="470813"/>
                  </a:cubicBezTo>
                  <a:cubicBezTo>
                    <a:pt x="627632" y="470707"/>
                    <a:pt x="627662" y="470616"/>
                    <a:pt x="627693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0" y="440921"/>
                    <a:pt x="543315" y="440906"/>
                  </a:cubicBezTo>
                  <a:cubicBezTo>
                    <a:pt x="543315" y="440890"/>
                    <a:pt x="543330" y="440860"/>
                    <a:pt x="543330" y="440845"/>
                  </a:cubicBezTo>
                  <a:cubicBezTo>
                    <a:pt x="543330" y="440815"/>
                    <a:pt x="543346" y="440784"/>
                    <a:pt x="543361" y="440754"/>
                  </a:cubicBezTo>
                  <a:cubicBezTo>
                    <a:pt x="543376" y="440693"/>
                    <a:pt x="543391" y="440633"/>
                    <a:pt x="543406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6" name="Полилиния 145">
              <a:extLst>
                <a:ext uri="{FF2B5EF4-FFF2-40B4-BE49-F238E27FC236}">
                  <a16:creationId xmlns:a16="http://schemas.microsoft.com/office/drawing/2014/main" id="{331F9656-ECBA-C31F-8FD2-EC70976C5563}"/>
                </a:ext>
              </a:extLst>
            </p:cNvPr>
            <p:cNvSpPr/>
            <p:nvPr userDrawn="1"/>
          </p:nvSpPr>
          <p:spPr>
            <a:xfrm rot="5400000">
              <a:off x="6027662" y="5737869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7" name="Полилиния 146">
              <a:extLst>
                <a:ext uri="{FF2B5EF4-FFF2-40B4-BE49-F238E27FC236}">
                  <a16:creationId xmlns:a16="http://schemas.microsoft.com/office/drawing/2014/main" id="{AE7BBD99-544B-D2E4-4BAF-53B593DF2A15}"/>
                </a:ext>
              </a:extLst>
            </p:cNvPr>
            <p:cNvSpPr/>
            <p:nvPr userDrawn="1"/>
          </p:nvSpPr>
          <p:spPr>
            <a:xfrm rot="5400000">
              <a:off x="6027662" y="615938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8" name="Полилиния 147">
              <a:extLst>
                <a:ext uri="{FF2B5EF4-FFF2-40B4-BE49-F238E27FC236}">
                  <a16:creationId xmlns:a16="http://schemas.microsoft.com/office/drawing/2014/main" id="{B25A89AA-22A6-9B1D-B25B-C9E7E2794828}"/>
                </a:ext>
              </a:extLst>
            </p:cNvPr>
            <p:cNvSpPr/>
            <p:nvPr userDrawn="1"/>
          </p:nvSpPr>
          <p:spPr>
            <a:xfrm>
              <a:off x="6799486" y="5948637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42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2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59 h 740695"/>
                <a:gd name="connsiteX15" fmla="*/ 742837 w 1484930"/>
                <a:gd name="connsiteY15" fmla="*/ 248186 h 740695"/>
                <a:gd name="connsiteX16" fmla="*/ 899495 w 1484930"/>
                <a:gd name="connsiteY16" fmla="*/ 96754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18 w 1484930"/>
                <a:gd name="connsiteY27" fmla="*/ 281640 h 740695"/>
                <a:gd name="connsiteX28" fmla="*/ 469790 w 1484930"/>
                <a:gd name="connsiteY28" fmla="*/ 210764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52 w 1484930"/>
                <a:gd name="connsiteY31" fmla="*/ 178614 h 740695"/>
                <a:gd name="connsiteX32" fmla="*/ 1015398 w 1484930"/>
                <a:gd name="connsiteY32" fmla="*/ 208431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606 h 740695"/>
                <a:gd name="connsiteX36" fmla="*/ 930231 w 1484930"/>
                <a:gd name="connsiteY36" fmla="*/ 462026 h 740695"/>
                <a:gd name="connsiteX37" fmla="*/ 1015337 w 1484930"/>
                <a:gd name="connsiteY37" fmla="*/ 532720 h 740695"/>
                <a:gd name="connsiteX38" fmla="*/ 1102052 w 1484930"/>
                <a:gd name="connsiteY38" fmla="*/ 562537 h 740695"/>
                <a:gd name="connsiteX39" fmla="*/ 1106985 w 1484930"/>
                <a:gd name="connsiteY39" fmla="*/ 562537 h 740695"/>
                <a:gd name="connsiteX40" fmla="*/ 1288141 w 1484930"/>
                <a:gd name="connsiteY40" fmla="*/ 370545 h 740695"/>
                <a:gd name="connsiteX41" fmla="*/ 1106985 w 1484930"/>
                <a:gd name="connsiteY41" fmla="*/ 178614 h 740695"/>
                <a:gd name="connsiteX42" fmla="*/ 1102052 w 1484930"/>
                <a:gd name="connsiteY42" fmla="*/ 178614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0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44" y="543326"/>
                    <a:pt x="644435" y="599884"/>
                    <a:pt x="585496" y="646609"/>
                  </a:cubicBezTo>
                  <a:cubicBezTo>
                    <a:pt x="521185" y="697607"/>
                    <a:pt x="447888" y="737863"/>
                    <a:pt x="377642" y="740514"/>
                  </a:cubicBezTo>
                  <a:lnTo>
                    <a:pt x="370827" y="740635"/>
                  </a:lnTo>
                  <a:cubicBezTo>
                    <a:pt x="169150" y="740635"/>
                    <a:pt x="5191" y="582354"/>
                    <a:pt x="121" y="382332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091"/>
                    <a:pt x="521306" y="47362"/>
                    <a:pt x="585876" y="97859"/>
                  </a:cubicBezTo>
                  <a:cubicBezTo>
                    <a:pt x="644996" y="144100"/>
                    <a:pt x="699912" y="200158"/>
                    <a:pt x="742837" y="248186"/>
                  </a:cubicBezTo>
                  <a:cubicBezTo>
                    <a:pt x="785701" y="200022"/>
                    <a:pt x="840495" y="143479"/>
                    <a:pt x="899495" y="96754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61" y="481480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401"/>
                    <a:pt x="441589" y="552901"/>
                    <a:pt x="469472" y="534993"/>
                  </a:cubicBezTo>
                  <a:cubicBezTo>
                    <a:pt x="498857" y="516175"/>
                    <a:pt x="528167" y="490616"/>
                    <a:pt x="554517" y="464435"/>
                  </a:cubicBezTo>
                  <a:cubicBezTo>
                    <a:pt x="590885" y="428255"/>
                    <a:pt x="620437" y="391832"/>
                    <a:pt x="635282" y="372817"/>
                  </a:cubicBezTo>
                  <a:cubicBezTo>
                    <a:pt x="631275" y="367636"/>
                    <a:pt x="626190" y="361212"/>
                    <a:pt x="620195" y="353864"/>
                  </a:cubicBezTo>
                  <a:cubicBezTo>
                    <a:pt x="603999" y="334107"/>
                    <a:pt x="581292" y="307820"/>
                    <a:pt x="555018" y="281640"/>
                  </a:cubicBezTo>
                  <a:cubicBezTo>
                    <a:pt x="528668" y="255338"/>
                    <a:pt x="499283" y="229718"/>
                    <a:pt x="469790" y="210764"/>
                  </a:cubicBezTo>
                  <a:cubicBezTo>
                    <a:pt x="441771" y="192749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52" y="178614"/>
                  </a:moveTo>
                  <a:cubicBezTo>
                    <a:pt x="1078859" y="178614"/>
                    <a:pt x="1045208" y="189280"/>
                    <a:pt x="1015398" y="208431"/>
                  </a:cubicBezTo>
                  <a:cubicBezTo>
                    <a:pt x="985951" y="227309"/>
                    <a:pt x="956642" y="252868"/>
                    <a:pt x="930292" y="279049"/>
                  </a:cubicBezTo>
                  <a:cubicBezTo>
                    <a:pt x="904078" y="305154"/>
                    <a:pt x="881310" y="331395"/>
                    <a:pt x="865115" y="351212"/>
                  </a:cubicBezTo>
                  <a:cubicBezTo>
                    <a:pt x="858922" y="358743"/>
                    <a:pt x="853731" y="365288"/>
                    <a:pt x="849648" y="370606"/>
                  </a:cubicBezTo>
                  <a:cubicBezTo>
                    <a:pt x="864432" y="389620"/>
                    <a:pt x="893924" y="425906"/>
                    <a:pt x="930231" y="462026"/>
                  </a:cubicBezTo>
                  <a:cubicBezTo>
                    <a:pt x="956581" y="488267"/>
                    <a:pt x="985891" y="513827"/>
                    <a:pt x="1015337" y="532720"/>
                  </a:cubicBezTo>
                  <a:cubicBezTo>
                    <a:pt x="1045208" y="551855"/>
                    <a:pt x="1078920" y="562537"/>
                    <a:pt x="1102052" y="562537"/>
                  </a:cubicBezTo>
                  <a:lnTo>
                    <a:pt x="1106985" y="562537"/>
                  </a:lnTo>
                  <a:cubicBezTo>
                    <a:pt x="1210897" y="559810"/>
                    <a:pt x="1288141" y="474934"/>
                    <a:pt x="1288141" y="370545"/>
                  </a:cubicBezTo>
                  <a:cubicBezTo>
                    <a:pt x="1288141" y="266140"/>
                    <a:pt x="1210897" y="181205"/>
                    <a:pt x="1106985" y="178614"/>
                  </a:cubicBezTo>
                  <a:lnTo>
                    <a:pt x="1102052" y="17861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9" name="Полилиния 148">
              <a:extLst>
                <a:ext uri="{FF2B5EF4-FFF2-40B4-BE49-F238E27FC236}">
                  <a16:creationId xmlns:a16="http://schemas.microsoft.com/office/drawing/2014/main" id="{75615FB1-26C5-96EC-FE9C-919737E54825}"/>
                </a:ext>
              </a:extLst>
            </p:cNvPr>
            <p:cNvSpPr/>
            <p:nvPr userDrawn="1"/>
          </p:nvSpPr>
          <p:spPr>
            <a:xfrm>
              <a:off x="8512109" y="5939047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17"/>
                    <a:pt x="571304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3"/>
                    <a:pt x="351959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0" name="Полилиния 149">
              <a:extLst>
                <a:ext uri="{FF2B5EF4-FFF2-40B4-BE49-F238E27FC236}">
                  <a16:creationId xmlns:a16="http://schemas.microsoft.com/office/drawing/2014/main" id="{092C5F84-B4BB-FAC3-349C-C235869ED177}"/>
                </a:ext>
              </a:extLst>
            </p:cNvPr>
            <p:cNvSpPr/>
            <p:nvPr userDrawn="1"/>
          </p:nvSpPr>
          <p:spPr>
            <a:xfrm>
              <a:off x="9514954" y="5939047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6 w 563036"/>
                <a:gd name="connsiteY1" fmla="*/ 0 h 759999"/>
                <a:gd name="connsiteX2" fmla="*/ 563036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6" y="0"/>
                  </a:lnTo>
                  <a:lnTo>
                    <a:pt x="563036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1" name="Полилиния 150">
              <a:extLst>
                <a:ext uri="{FF2B5EF4-FFF2-40B4-BE49-F238E27FC236}">
                  <a16:creationId xmlns:a16="http://schemas.microsoft.com/office/drawing/2014/main" id="{74ED350F-BB93-F636-AD63-BE77488DB1CE}"/>
                </a:ext>
              </a:extLst>
            </p:cNvPr>
            <p:cNvSpPr/>
            <p:nvPr userDrawn="1"/>
          </p:nvSpPr>
          <p:spPr>
            <a:xfrm>
              <a:off x="10336021" y="5939047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2" name="Полилиния 151">
              <a:extLst>
                <a:ext uri="{FF2B5EF4-FFF2-40B4-BE49-F238E27FC236}">
                  <a16:creationId xmlns:a16="http://schemas.microsoft.com/office/drawing/2014/main" id="{60505D6F-D61A-F34D-806A-025A19D6C7D8}"/>
                </a:ext>
              </a:extLst>
            </p:cNvPr>
            <p:cNvSpPr/>
            <p:nvPr userDrawn="1"/>
          </p:nvSpPr>
          <p:spPr>
            <a:xfrm>
              <a:off x="11305906" y="5932657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69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8 w 761373"/>
                <a:gd name="connsiteY6" fmla="*/ 75099 h 766357"/>
                <a:gd name="connsiteX7" fmla="*/ 380684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58"/>
                    <a:pt x="380669" y="766358"/>
                  </a:cubicBezTo>
                  <a:cubicBezTo>
                    <a:pt x="380669" y="766358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153" name="Прямоугольник 152">
            <a:extLst>
              <a:ext uri="{FF2B5EF4-FFF2-40B4-BE49-F238E27FC236}">
                <a16:creationId xmlns:a16="http://schemas.microsoft.com/office/drawing/2014/main" id="{475B9949-6C32-7C4D-BCE8-BC0EE8E49A3C}"/>
              </a:ext>
            </a:extLst>
          </p:cNvPr>
          <p:cNvSpPr/>
          <p:nvPr userDrawn="1"/>
        </p:nvSpPr>
        <p:spPr>
          <a:xfrm>
            <a:off x="0" y="0"/>
            <a:ext cx="12192000" cy="2959768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sp>
        <p:nvSpPr>
          <p:cNvPr id="48" name="Текст 47">
            <a:extLst>
              <a:ext uri="{FF2B5EF4-FFF2-40B4-BE49-F238E27FC236}">
                <a16:creationId xmlns:a16="http://schemas.microsoft.com/office/drawing/2014/main" id="{FB9E48E1-E18B-C6CB-6119-040B0E41AC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1545" y="1159038"/>
            <a:ext cx="11583919" cy="621061"/>
          </a:xfrm>
          <a:prstGeom prst="rect">
            <a:avLst/>
          </a:prstGeom>
        </p:spPr>
        <p:txBody>
          <a:bodyPr/>
          <a:lstStyle>
            <a:lvl1pPr>
              <a:defRPr lang="ru-RS" sz="4000" b="1" i="0" spc="-150" baseline="0" dirty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marL="0" lv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ru-RU" dirty="0"/>
              <a:t>Заголовок презентации</a:t>
            </a:r>
            <a:endParaRPr lang="ru-RS" dirty="0"/>
          </a:p>
        </p:txBody>
      </p:sp>
      <p:sp>
        <p:nvSpPr>
          <p:cNvPr id="50" name="Текст 49">
            <a:extLst>
              <a:ext uri="{FF2B5EF4-FFF2-40B4-BE49-F238E27FC236}">
                <a16:creationId xmlns:a16="http://schemas.microsoft.com/office/drawing/2014/main" id="{96672FE6-B116-76C0-B495-C02ABA883A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087" y="1795262"/>
            <a:ext cx="11561438" cy="5440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Подзаголовок в одну или несколько строчек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785DBE4-8A1F-1C93-E225-276F3584AE76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C233AB2-1C66-F618-FFB7-A8F1AE43D762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27510190-C74E-0B7F-EAF2-25F3C0E84014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43" name="Полилиния 42">
              <a:extLst>
                <a:ext uri="{FF2B5EF4-FFF2-40B4-BE49-F238E27FC236}">
                  <a16:creationId xmlns:a16="http://schemas.microsoft.com/office/drawing/2014/main" id="{56D5748A-5F4F-2830-45D3-BA026BA8D6AF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id="{8FE0E230-308F-6141-B510-9BF504A8F777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5" name="Полилиния 44">
              <a:extLst>
                <a:ext uri="{FF2B5EF4-FFF2-40B4-BE49-F238E27FC236}">
                  <a16:creationId xmlns:a16="http://schemas.microsoft.com/office/drawing/2014/main" id="{CD26A1E3-3407-5C25-A75B-F620455956AD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6" name="Полилиния 45">
              <a:extLst>
                <a:ext uri="{FF2B5EF4-FFF2-40B4-BE49-F238E27FC236}">
                  <a16:creationId xmlns:a16="http://schemas.microsoft.com/office/drawing/2014/main" id="{265BAF7F-5C08-6D74-9F8A-8D4DD7F12851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776ECF82-33D6-0E89-7E61-93372CCC5904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9972888F-9749-CE1D-C4FE-22FC19572524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1" name="Полилиния 50">
              <a:extLst>
                <a:ext uri="{FF2B5EF4-FFF2-40B4-BE49-F238E27FC236}">
                  <a16:creationId xmlns:a16="http://schemas.microsoft.com/office/drawing/2014/main" id="{75488D99-C00A-6432-0630-38C867E59918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2" name="Полилиния 51">
              <a:extLst>
                <a:ext uri="{FF2B5EF4-FFF2-40B4-BE49-F238E27FC236}">
                  <a16:creationId xmlns:a16="http://schemas.microsoft.com/office/drawing/2014/main" id="{DBC285E5-83F3-5CEC-9308-21EFC6E4F019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3" name="Полилиния 52">
              <a:extLst>
                <a:ext uri="{FF2B5EF4-FFF2-40B4-BE49-F238E27FC236}">
                  <a16:creationId xmlns:a16="http://schemas.microsoft.com/office/drawing/2014/main" id="{81809775-229E-A42B-BDAD-A53558E68D7A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4" name="Полилиния 53">
              <a:extLst>
                <a:ext uri="{FF2B5EF4-FFF2-40B4-BE49-F238E27FC236}">
                  <a16:creationId xmlns:a16="http://schemas.microsoft.com/office/drawing/2014/main" id="{24FEF62B-7F46-0BB3-D475-ABFD0AB3B783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5" name="Полилиния 54">
              <a:extLst>
                <a:ext uri="{FF2B5EF4-FFF2-40B4-BE49-F238E27FC236}">
                  <a16:creationId xmlns:a16="http://schemas.microsoft.com/office/drawing/2014/main" id="{65E40A57-07A8-BD94-3DC1-3498322F9C6C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56" name="Рисунок 6">
            <a:extLst>
              <a:ext uri="{FF2B5EF4-FFF2-40B4-BE49-F238E27FC236}">
                <a16:creationId xmlns:a16="http://schemas.microsoft.com/office/drawing/2014/main" id="{F6AF025B-EF62-704B-D440-C255142B194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6957" y="5431464"/>
            <a:ext cx="981784" cy="981784"/>
          </a:xfrm>
          <a:custGeom>
            <a:avLst/>
            <a:gdLst>
              <a:gd name="connsiteX0" fmla="*/ 490892 w 981784"/>
              <a:gd name="connsiteY0" fmla="*/ 0 h 981784"/>
              <a:gd name="connsiteX1" fmla="*/ 981784 w 981784"/>
              <a:gd name="connsiteY1" fmla="*/ 490892 h 981784"/>
              <a:gd name="connsiteX2" fmla="*/ 490892 w 981784"/>
              <a:gd name="connsiteY2" fmla="*/ 981784 h 981784"/>
              <a:gd name="connsiteX3" fmla="*/ 0 w 981784"/>
              <a:gd name="connsiteY3" fmla="*/ 490892 h 981784"/>
              <a:gd name="connsiteX4" fmla="*/ 490892 w 981784"/>
              <a:gd name="connsiteY4" fmla="*/ 0 h 981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1784" h="981784">
                <a:moveTo>
                  <a:pt x="490892" y="0"/>
                </a:moveTo>
                <a:cubicBezTo>
                  <a:pt x="762004" y="0"/>
                  <a:pt x="981784" y="219780"/>
                  <a:pt x="981784" y="490892"/>
                </a:cubicBezTo>
                <a:cubicBezTo>
                  <a:pt x="981784" y="762004"/>
                  <a:pt x="762004" y="981784"/>
                  <a:pt x="490892" y="981784"/>
                </a:cubicBezTo>
                <a:cubicBezTo>
                  <a:pt x="219780" y="981784"/>
                  <a:pt x="0" y="762004"/>
                  <a:pt x="0" y="490892"/>
                </a:cubicBezTo>
                <a:cubicBezTo>
                  <a:pt x="0" y="219780"/>
                  <a:pt x="219780" y="0"/>
                  <a:pt x="490892" y="0"/>
                </a:cubicBezTo>
                <a:close/>
              </a:path>
            </a:pathLst>
          </a:custGeom>
          <a:ln w="19050">
            <a:solidFill>
              <a:srgbClr val="66FFA5"/>
            </a:solidFill>
          </a:ln>
        </p:spPr>
        <p:txBody>
          <a:bodyPr wrap="square">
            <a:noAutofit/>
          </a:bodyPr>
          <a:lstStyle/>
          <a:p>
            <a:endParaRPr lang="ru-RS" dirty="0"/>
          </a:p>
        </p:txBody>
      </p:sp>
      <p:sp>
        <p:nvSpPr>
          <p:cNvPr id="57" name="Текст 49">
            <a:extLst>
              <a:ext uri="{FF2B5EF4-FFF2-40B4-BE49-F238E27FC236}">
                <a16:creationId xmlns:a16="http://schemas.microsoft.com/office/drawing/2014/main" id="{9B1C7D7E-52ED-09BA-45BE-F7A8455F92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42163" y="5620472"/>
            <a:ext cx="4402828" cy="31379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Имя и фамилия</a:t>
            </a:r>
          </a:p>
        </p:txBody>
      </p:sp>
      <p:sp>
        <p:nvSpPr>
          <p:cNvPr id="58" name="Текст 49">
            <a:extLst>
              <a:ext uri="{FF2B5EF4-FFF2-40B4-BE49-F238E27FC236}">
                <a16:creationId xmlns:a16="http://schemas.microsoft.com/office/drawing/2014/main" id="{A2D7E84F-83A9-AA32-C640-610C5079072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42163" y="5956374"/>
            <a:ext cx="4402828" cy="31379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должность</a:t>
            </a:r>
          </a:p>
        </p:txBody>
      </p:sp>
      <p:sp>
        <p:nvSpPr>
          <p:cNvPr id="2" name="Текст 49">
            <a:extLst>
              <a:ext uri="{FF2B5EF4-FFF2-40B4-BE49-F238E27FC236}">
                <a16:creationId xmlns:a16="http://schemas.microsoft.com/office/drawing/2014/main" id="{5C926982-3F19-C2FB-D0CD-3D5583D0BD2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132045" y="6380739"/>
            <a:ext cx="981784" cy="313798"/>
          </a:xfrm>
          <a:prstGeom prst="rect">
            <a:avLst/>
          </a:prstGeom>
        </p:spPr>
        <p:txBody>
          <a:bodyPr anchor="ctr"/>
          <a:lstStyle>
            <a:lvl1pPr marL="0" indent="0" algn="r"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09/07/2025</a:t>
            </a:r>
          </a:p>
        </p:txBody>
      </p:sp>
      <p:sp>
        <p:nvSpPr>
          <p:cNvPr id="3" name="Номер слайда 5">
            <a:extLst>
              <a:ext uri="{FF2B5EF4-FFF2-40B4-BE49-F238E27FC236}">
                <a16:creationId xmlns:a16="http://schemas.microsoft.com/office/drawing/2014/main" id="{4BD6232C-9845-DB8F-86F8-9368C678C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9845" y="6355076"/>
            <a:ext cx="625248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2AC3A6D-3ED1-904C-9FEB-043FB7B95EE7}" type="slidenum">
              <a:rPr lang="ru-RS" smtClean="0"/>
              <a:pPr/>
              <a:t>‹#›</a:t>
            </a:fld>
            <a:endParaRPr lang="ru-RS"/>
          </a:p>
        </p:txBody>
      </p:sp>
    </p:spTree>
    <p:extLst>
      <p:ext uri="{BB962C8B-B14F-4D97-AF65-F5344CB8AC3E}">
        <p14:creationId xmlns:p14="http://schemas.microsoft.com/office/powerpoint/2010/main" val="1481596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ловок+ рисунок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2B4EE6E3-AF88-DDDA-D09E-15C1D875508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14159" y="977030"/>
            <a:ext cx="5006366" cy="5217770"/>
          </a:xfrm>
          <a:custGeom>
            <a:avLst/>
            <a:gdLst>
              <a:gd name="connsiteX0" fmla="*/ 233146 w 5006366"/>
              <a:gd name="connsiteY0" fmla="*/ 0 h 5549030"/>
              <a:gd name="connsiteX1" fmla="*/ 4773220 w 5006366"/>
              <a:gd name="connsiteY1" fmla="*/ 0 h 5549030"/>
              <a:gd name="connsiteX2" fmla="*/ 5006366 w 5006366"/>
              <a:gd name="connsiteY2" fmla="*/ 233146 h 5549030"/>
              <a:gd name="connsiteX3" fmla="*/ 5006366 w 5006366"/>
              <a:gd name="connsiteY3" fmla="*/ 5315884 h 5549030"/>
              <a:gd name="connsiteX4" fmla="*/ 4773220 w 5006366"/>
              <a:gd name="connsiteY4" fmla="*/ 5549030 h 5549030"/>
              <a:gd name="connsiteX5" fmla="*/ 233146 w 5006366"/>
              <a:gd name="connsiteY5" fmla="*/ 5549030 h 5549030"/>
              <a:gd name="connsiteX6" fmla="*/ 0 w 5006366"/>
              <a:gd name="connsiteY6" fmla="*/ 5315884 h 5549030"/>
              <a:gd name="connsiteX7" fmla="*/ 0 w 5006366"/>
              <a:gd name="connsiteY7" fmla="*/ 233146 h 5549030"/>
              <a:gd name="connsiteX8" fmla="*/ 233146 w 5006366"/>
              <a:gd name="connsiteY8" fmla="*/ 0 h 5549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06366" h="5549030">
                <a:moveTo>
                  <a:pt x="233146" y="0"/>
                </a:moveTo>
                <a:lnTo>
                  <a:pt x="4773220" y="0"/>
                </a:lnTo>
                <a:cubicBezTo>
                  <a:pt x="4901983" y="0"/>
                  <a:pt x="5006366" y="104383"/>
                  <a:pt x="5006366" y="233146"/>
                </a:cubicBezTo>
                <a:lnTo>
                  <a:pt x="5006366" y="5315884"/>
                </a:lnTo>
                <a:cubicBezTo>
                  <a:pt x="5006366" y="5444647"/>
                  <a:pt x="4901983" y="5549030"/>
                  <a:pt x="4773220" y="5549030"/>
                </a:cubicBezTo>
                <a:lnTo>
                  <a:pt x="233146" y="5549030"/>
                </a:lnTo>
                <a:cubicBezTo>
                  <a:pt x="104383" y="5549030"/>
                  <a:pt x="0" y="5444647"/>
                  <a:pt x="0" y="5315884"/>
                </a:cubicBezTo>
                <a:lnTo>
                  <a:pt x="0" y="233146"/>
                </a:lnTo>
                <a:cubicBezTo>
                  <a:pt x="0" y="104383"/>
                  <a:pt x="104383" y="0"/>
                  <a:pt x="233146" y="0"/>
                </a:cubicBezTo>
                <a:close/>
              </a:path>
            </a:pathLst>
          </a:custGeom>
          <a:ln w="19050">
            <a:solidFill>
              <a:srgbClr val="FFF654"/>
            </a:solidFill>
          </a:ln>
        </p:spPr>
        <p:txBody>
          <a:bodyPr wrap="square">
            <a:noAutofit/>
          </a:bodyPr>
          <a:lstStyle/>
          <a:p>
            <a:endParaRPr lang="ru-R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F9D54ED-6100-2AE2-44D3-3FBF40D4B78C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B56D976-7CC1-9686-0F06-FCA772F25172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82079E93-C969-E4A2-381C-8137ABD932F6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2FF0FB04-4B68-2831-0DAB-A017CA788FD5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05AC7EB7-BE06-A997-B000-D1F19539BE99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7F98DD0F-340B-9C59-6BBC-A959CEF5845C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50F1D4C6-65C7-7768-EB62-97032AA0C758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6E0D7566-CBD5-5F33-25DB-7EDB4C1B9436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F23540EC-3531-E5FB-516B-9FDA9073367A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5F28BCF0-AB96-AF0F-7D93-35029978176B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4541060A-82E3-D711-496D-66B48945AF33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BE1A0F03-3BD3-2A53-86DF-3C018DDFD99C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F01DC482-6C44-D5D1-74E4-48F30614EE08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781DB554-4CD2-5A37-4BDA-DB3B60FB0535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19" name="Полилиния 18">
            <a:extLst>
              <a:ext uri="{FF2B5EF4-FFF2-40B4-BE49-F238E27FC236}">
                <a16:creationId xmlns:a16="http://schemas.microsoft.com/office/drawing/2014/main" id="{B71710D9-5000-80EB-82DA-E4E405F15A03}"/>
              </a:ext>
            </a:extLst>
          </p:cNvPr>
          <p:cNvSpPr/>
          <p:nvPr userDrawn="1"/>
        </p:nvSpPr>
        <p:spPr>
          <a:xfrm>
            <a:off x="6059329" y="300365"/>
            <a:ext cx="821352" cy="821598"/>
          </a:xfrm>
          <a:custGeom>
            <a:avLst/>
            <a:gdLst>
              <a:gd name="connsiteX0" fmla="*/ 337367 w 642272"/>
              <a:gd name="connsiteY0" fmla="*/ 62958 h 642464"/>
              <a:gd name="connsiteX1" fmla="*/ 590680 w 642272"/>
              <a:gd name="connsiteY1" fmla="*/ 62958 h 642464"/>
              <a:gd name="connsiteX2" fmla="*/ 591698 w 642272"/>
              <a:gd name="connsiteY2" fmla="*/ 366139 h 642464"/>
              <a:gd name="connsiteX3" fmla="*/ 321137 w 642272"/>
              <a:gd name="connsiteY3" fmla="*/ 642464 h 642464"/>
              <a:gd name="connsiteX4" fmla="*/ 50575 w 642272"/>
              <a:gd name="connsiteY4" fmla="*/ 366150 h 642464"/>
              <a:gd name="connsiteX5" fmla="*/ 51592 w 642272"/>
              <a:gd name="connsiteY5" fmla="*/ 62958 h 642464"/>
              <a:gd name="connsiteX6" fmla="*/ 304906 w 642272"/>
              <a:gd name="connsiteY6" fmla="*/ 62958 h 642464"/>
              <a:gd name="connsiteX7" fmla="*/ 321137 w 642272"/>
              <a:gd name="connsiteY7" fmla="*/ 82441 h 642464"/>
              <a:gd name="connsiteX8" fmla="*/ 337367 w 642272"/>
              <a:gd name="connsiteY8" fmla="*/ 62958 h 642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2272" h="642464">
                <a:moveTo>
                  <a:pt x="337367" y="62958"/>
                </a:moveTo>
                <a:cubicBezTo>
                  <a:pt x="407163" y="-20975"/>
                  <a:pt x="520831" y="-20975"/>
                  <a:pt x="590680" y="62958"/>
                </a:cubicBezTo>
                <a:cubicBezTo>
                  <a:pt x="659084" y="145186"/>
                  <a:pt x="659513" y="275527"/>
                  <a:pt x="591698" y="366139"/>
                </a:cubicBezTo>
                <a:cubicBezTo>
                  <a:pt x="523883" y="456751"/>
                  <a:pt x="321137" y="642464"/>
                  <a:pt x="321137" y="642464"/>
                </a:cubicBezTo>
                <a:cubicBezTo>
                  <a:pt x="321137" y="642464"/>
                  <a:pt x="118389" y="456774"/>
                  <a:pt x="50575" y="366150"/>
                </a:cubicBezTo>
                <a:cubicBezTo>
                  <a:pt x="-17240" y="275526"/>
                  <a:pt x="-16811" y="145186"/>
                  <a:pt x="51592" y="62958"/>
                </a:cubicBezTo>
                <a:cubicBezTo>
                  <a:pt x="121443" y="-20986"/>
                  <a:pt x="235109" y="-20986"/>
                  <a:pt x="304906" y="62958"/>
                </a:cubicBezTo>
                <a:lnTo>
                  <a:pt x="321137" y="82441"/>
                </a:lnTo>
                <a:lnTo>
                  <a:pt x="337367" y="62958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0" name="Полилиния 19">
            <a:extLst>
              <a:ext uri="{FF2B5EF4-FFF2-40B4-BE49-F238E27FC236}">
                <a16:creationId xmlns:a16="http://schemas.microsoft.com/office/drawing/2014/main" id="{EB521677-7ACA-798D-B3D7-9DF8F004AA53}"/>
              </a:ext>
            </a:extLst>
          </p:cNvPr>
          <p:cNvSpPr/>
          <p:nvPr userDrawn="1"/>
        </p:nvSpPr>
        <p:spPr>
          <a:xfrm>
            <a:off x="7138785" y="314057"/>
            <a:ext cx="774065" cy="794226"/>
          </a:xfrm>
          <a:custGeom>
            <a:avLst/>
            <a:gdLst>
              <a:gd name="connsiteX0" fmla="*/ 605295 w 605295"/>
              <a:gd name="connsiteY0" fmla="*/ 310530 h 621060"/>
              <a:gd name="connsiteX1" fmla="*/ 276562 w 605295"/>
              <a:gd name="connsiteY1" fmla="*/ 621061 h 621060"/>
              <a:gd name="connsiteX2" fmla="*/ 276562 w 605295"/>
              <a:gd name="connsiteY2" fmla="*/ 464752 h 621060"/>
              <a:gd name="connsiteX3" fmla="*/ 0 w 605295"/>
              <a:gd name="connsiteY3" fmla="*/ 464752 h 621060"/>
              <a:gd name="connsiteX4" fmla="*/ 0 w 605295"/>
              <a:gd name="connsiteY4" fmla="*/ 155296 h 621060"/>
              <a:gd name="connsiteX5" fmla="*/ 276562 w 605295"/>
              <a:gd name="connsiteY5" fmla="*/ 155296 h 621060"/>
              <a:gd name="connsiteX6" fmla="*/ 276562 w 605295"/>
              <a:gd name="connsiteY6" fmla="*/ 0 h 621060"/>
              <a:gd name="connsiteX7" fmla="*/ 605295 w 605295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95" h="621060">
                <a:moveTo>
                  <a:pt x="605295" y="310530"/>
                </a:moveTo>
                <a:lnTo>
                  <a:pt x="276562" y="621061"/>
                </a:lnTo>
                <a:lnTo>
                  <a:pt x="276562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2" y="155296"/>
                </a:lnTo>
                <a:lnTo>
                  <a:pt x="276562" y="0"/>
                </a:lnTo>
                <a:lnTo>
                  <a:pt x="605295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1" name="Полилиния 20">
            <a:extLst>
              <a:ext uri="{FF2B5EF4-FFF2-40B4-BE49-F238E27FC236}">
                <a16:creationId xmlns:a16="http://schemas.microsoft.com/office/drawing/2014/main" id="{FC7AE11D-70F3-DE95-59A7-6D153CACC950}"/>
              </a:ext>
            </a:extLst>
          </p:cNvPr>
          <p:cNvSpPr/>
          <p:nvPr userDrawn="1"/>
        </p:nvSpPr>
        <p:spPr>
          <a:xfrm>
            <a:off x="8170896" y="301820"/>
            <a:ext cx="825373" cy="818700"/>
          </a:xfrm>
          <a:custGeom>
            <a:avLst/>
            <a:gdLst>
              <a:gd name="connsiteX0" fmla="*/ 322735 w 645416"/>
              <a:gd name="connsiteY0" fmla="*/ 0 h 640198"/>
              <a:gd name="connsiteX1" fmla="*/ 645416 w 645416"/>
              <a:gd name="connsiteY1" fmla="*/ 320099 h 640198"/>
              <a:gd name="connsiteX2" fmla="*/ 322735 w 645416"/>
              <a:gd name="connsiteY2" fmla="*/ 640199 h 640198"/>
              <a:gd name="connsiteX3" fmla="*/ 0 w 645416"/>
              <a:gd name="connsiteY3" fmla="*/ 320099 h 640198"/>
              <a:gd name="connsiteX4" fmla="*/ 322735 w 645416"/>
              <a:gd name="connsiteY4" fmla="*/ 0 h 640198"/>
              <a:gd name="connsiteX5" fmla="*/ 457775 w 645416"/>
              <a:gd name="connsiteY5" fmla="*/ 371132 h 640198"/>
              <a:gd name="connsiteX6" fmla="*/ 454024 w 645416"/>
              <a:gd name="connsiteY6" fmla="*/ 379777 h 640198"/>
              <a:gd name="connsiteX7" fmla="*/ 434526 w 645416"/>
              <a:gd name="connsiteY7" fmla="*/ 408426 h 640198"/>
              <a:gd name="connsiteX8" fmla="*/ 325948 w 645416"/>
              <a:gd name="connsiteY8" fmla="*/ 451583 h 640198"/>
              <a:gd name="connsiteX9" fmla="*/ 213031 w 645416"/>
              <a:gd name="connsiteY9" fmla="*/ 410439 h 640198"/>
              <a:gd name="connsiteX10" fmla="*/ 187801 w 645416"/>
              <a:gd name="connsiteY10" fmla="*/ 382636 h 640198"/>
              <a:gd name="connsiteX11" fmla="*/ 182284 w 645416"/>
              <a:gd name="connsiteY11" fmla="*/ 374184 h 640198"/>
              <a:gd name="connsiteX12" fmla="*/ 181213 w 645416"/>
              <a:gd name="connsiteY12" fmla="*/ 372321 h 640198"/>
              <a:gd name="connsiteX13" fmla="*/ 181213 w 645416"/>
              <a:gd name="connsiteY13" fmla="*/ 372295 h 640198"/>
              <a:gd name="connsiteX14" fmla="*/ 181213 w 645416"/>
              <a:gd name="connsiteY14" fmla="*/ 372362 h 640198"/>
              <a:gd name="connsiteX15" fmla="*/ 181266 w 645416"/>
              <a:gd name="connsiteY15" fmla="*/ 372393 h 640198"/>
              <a:gd name="connsiteX16" fmla="*/ 177142 w 645416"/>
              <a:gd name="connsiteY16" fmla="*/ 374889 h 640198"/>
              <a:gd name="connsiteX17" fmla="*/ 119934 w 645416"/>
              <a:gd name="connsiteY17" fmla="*/ 409500 h 640198"/>
              <a:gd name="connsiteX18" fmla="*/ 115863 w 645416"/>
              <a:gd name="connsiteY18" fmla="*/ 411996 h 640198"/>
              <a:gd name="connsiteX19" fmla="*/ 115863 w 645416"/>
              <a:gd name="connsiteY19" fmla="*/ 412042 h 640198"/>
              <a:gd name="connsiteX20" fmla="*/ 115916 w 645416"/>
              <a:gd name="connsiteY20" fmla="*/ 412131 h 640198"/>
              <a:gd name="connsiteX21" fmla="*/ 116023 w 645416"/>
              <a:gd name="connsiteY21" fmla="*/ 412333 h 640198"/>
              <a:gd name="connsiteX22" fmla="*/ 116292 w 645416"/>
              <a:gd name="connsiteY22" fmla="*/ 412857 h 640198"/>
              <a:gd name="connsiteX23" fmla="*/ 117094 w 645416"/>
              <a:gd name="connsiteY23" fmla="*/ 414326 h 640198"/>
              <a:gd name="connsiteX24" fmla="*/ 119666 w 645416"/>
              <a:gd name="connsiteY24" fmla="*/ 418829 h 640198"/>
              <a:gd name="connsiteX25" fmla="*/ 128986 w 645416"/>
              <a:gd name="connsiteY25" fmla="*/ 433110 h 640198"/>
              <a:gd name="connsiteX26" fmla="*/ 166268 w 645416"/>
              <a:gd name="connsiteY26" fmla="*/ 474295 h 640198"/>
              <a:gd name="connsiteX27" fmla="*/ 325948 w 645416"/>
              <a:gd name="connsiteY27" fmla="*/ 533493 h 640198"/>
              <a:gd name="connsiteX28" fmla="*/ 487610 w 645416"/>
              <a:gd name="connsiteY28" fmla="*/ 466065 h 640198"/>
              <a:gd name="connsiteX29" fmla="*/ 519749 w 645416"/>
              <a:gd name="connsiteY29" fmla="*/ 418690 h 640198"/>
              <a:gd name="connsiteX30" fmla="*/ 526874 w 645416"/>
              <a:gd name="connsiteY30" fmla="*/ 402282 h 640198"/>
              <a:gd name="connsiteX31" fmla="*/ 528696 w 645416"/>
              <a:gd name="connsiteY31" fmla="*/ 397057 h 640198"/>
              <a:gd name="connsiteX32" fmla="*/ 529284 w 645416"/>
              <a:gd name="connsiteY32" fmla="*/ 395334 h 640198"/>
              <a:gd name="connsiteX33" fmla="*/ 529445 w 645416"/>
              <a:gd name="connsiteY33" fmla="*/ 394706 h 640198"/>
              <a:gd name="connsiteX34" fmla="*/ 529552 w 645416"/>
              <a:gd name="connsiteY34" fmla="*/ 394457 h 640198"/>
              <a:gd name="connsiteX35" fmla="*/ 529552 w 645416"/>
              <a:gd name="connsiteY35" fmla="*/ 394348 h 640198"/>
              <a:gd name="connsiteX36" fmla="*/ 529552 w 645416"/>
              <a:gd name="connsiteY36" fmla="*/ 394296 h 640198"/>
              <a:gd name="connsiteX37" fmla="*/ 525160 w 645416"/>
              <a:gd name="connsiteY37" fmla="*/ 392729 h 640198"/>
              <a:gd name="connsiteX38" fmla="*/ 462809 w 645416"/>
              <a:gd name="connsiteY38" fmla="*/ 371184 h 640198"/>
              <a:gd name="connsiteX39" fmla="*/ 458363 w 645416"/>
              <a:gd name="connsiteY39" fmla="*/ 369617 h 640198"/>
              <a:gd name="connsiteX40" fmla="*/ 458363 w 645416"/>
              <a:gd name="connsiteY40" fmla="*/ 369576 h 640198"/>
              <a:gd name="connsiteX41" fmla="*/ 458417 w 645416"/>
              <a:gd name="connsiteY41" fmla="*/ 369493 h 640198"/>
              <a:gd name="connsiteX42" fmla="*/ 458417 w 645416"/>
              <a:gd name="connsiteY42" fmla="*/ 369363 h 640198"/>
              <a:gd name="connsiteX43" fmla="*/ 458417 w 645416"/>
              <a:gd name="connsiteY43" fmla="*/ 369337 h 640198"/>
              <a:gd name="connsiteX44" fmla="*/ 457775 w 645416"/>
              <a:gd name="connsiteY44" fmla="*/ 371132 h 64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45416" h="640198">
                <a:moveTo>
                  <a:pt x="322735" y="0"/>
                </a:moveTo>
                <a:cubicBezTo>
                  <a:pt x="500948" y="0"/>
                  <a:pt x="645416" y="143313"/>
                  <a:pt x="645416" y="320099"/>
                </a:cubicBezTo>
                <a:cubicBezTo>
                  <a:pt x="645416" y="496885"/>
                  <a:pt x="500948" y="640199"/>
                  <a:pt x="322735" y="640199"/>
                </a:cubicBezTo>
                <a:cubicBezTo>
                  <a:pt x="144521" y="640194"/>
                  <a:pt x="0" y="496884"/>
                  <a:pt x="0" y="320099"/>
                </a:cubicBezTo>
                <a:cubicBezTo>
                  <a:pt x="52" y="143313"/>
                  <a:pt x="144521" y="1"/>
                  <a:pt x="322735" y="0"/>
                </a:cubicBezTo>
                <a:close/>
                <a:moveTo>
                  <a:pt x="457775" y="371132"/>
                </a:moveTo>
                <a:cubicBezTo>
                  <a:pt x="457131" y="372973"/>
                  <a:pt x="455899" y="375984"/>
                  <a:pt x="454024" y="379777"/>
                </a:cubicBezTo>
                <a:cubicBezTo>
                  <a:pt x="450275" y="387406"/>
                  <a:pt x="444061" y="397891"/>
                  <a:pt x="434526" y="408426"/>
                </a:cubicBezTo>
                <a:cubicBezTo>
                  <a:pt x="416261" y="428663"/>
                  <a:pt x="383692" y="451583"/>
                  <a:pt x="325948" y="451583"/>
                </a:cubicBezTo>
                <a:cubicBezTo>
                  <a:pt x="272221" y="451583"/>
                  <a:pt x="235903" y="430606"/>
                  <a:pt x="213031" y="410439"/>
                </a:cubicBezTo>
                <a:cubicBezTo>
                  <a:pt x="201407" y="400201"/>
                  <a:pt x="193104" y="390025"/>
                  <a:pt x="187801" y="382636"/>
                </a:cubicBezTo>
                <a:cubicBezTo>
                  <a:pt x="185177" y="378959"/>
                  <a:pt x="183356" y="376020"/>
                  <a:pt x="182284" y="374184"/>
                </a:cubicBezTo>
                <a:cubicBezTo>
                  <a:pt x="181749" y="373268"/>
                  <a:pt x="181374" y="372630"/>
                  <a:pt x="181213" y="372321"/>
                </a:cubicBezTo>
                <a:lnTo>
                  <a:pt x="181213" y="372295"/>
                </a:lnTo>
                <a:cubicBezTo>
                  <a:pt x="181213" y="372314"/>
                  <a:pt x="181213" y="372340"/>
                  <a:pt x="181213" y="372362"/>
                </a:cubicBezTo>
                <a:cubicBezTo>
                  <a:pt x="181213" y="372373"/>
                  <a:pt x="181213" y="372388"/>
                  <a:pt x="181266" y="372393"/>
                </a:cubicBezTo>
                <a:cubicBezTo>
                  <a:pt x="181266" y="372402"/>
                  <a:pt x="181213" y="372443"/>
                  <a:pt x="177142" y="374889"/>
                </a:cubicBezTo>
                <a:lnTo>
                  <a:pt x="119934" y="409500"/>
                </a:lnTo>
                <a:cubicBezTo>
                  <a:pt x="116131" y="411816"/>
                  <a:pt x="115863" y="411977"/>
                  <a:pt x="115863" y="411996"/>
                </a:cubicBezTo>
                <a:cubicBezTo>
                  <a:pt x="115863" y="412003"/>
                  <a:pt x="115863" y="412029"/>
                  <a:pt x="115863" y="412042"/>
                </a:cubicBezTo>
                <a:cubicBezTo>
                  <a:pt x="115916" y="412070"/>
                  <a:pt x="115916" y="412100"/>
                  <a:pt x="115916" y="412131"/>
                </a:cubicBezTo>
                <a:cubicBezTo>
                  <a:pt x="115970" y="412192"/>
                  <a:pt x="116023" y="412260"/>
                  <a:pt x="116023" y="412333"/>
                </a:cubicBezTo>
                <a:cubicBezTo>
                  <a:pt x="116131" y="412482"/>
                  <a:pt x="116184" y="412660"/>
                  <a:pt x="116292" y="412857"/>
                </a:cubicBezTo>
                <a:cubicBezTo>
                  <a:pt x="116506" y="413253"/>
                  <a:pt x="116773" y="413745"/>
                  <a:pt x="117094" y="414326"/>
                </a:cubicBezTo>
                <a:cubicBezTo>
                  <a:pt x="117738" y="415486"/>
                  <a:pt x="118594" y="417004"/>
                  <a:pt x="119666" y="418829"/>
                </a:cubicBezTo>
                <a:cubicBezTo>
                  <a:pt x="121809" y="422480"/>
                  <a:pt x="124915" y="427383"/>
                  <a:pt x="128986" y="433110"/>
                </a:cubicBezTo>
                <a:cubicBezTo>
                  <a:pt x="137128" y="444535"/>
                  <a:pt x="149395" y="459449"/>
                  <a:pt x="166268" y="474295"/>
                </a:cubicBezTo>
                <a:cubicBezTo>
                  <a:pt x="200283" y="504297"/>
                  <a:pt x="252670" y="533493"/>
                  <a:pt x="325948" y="533493"/>
                </a:cubicBezTo>
                <a:cubicBezTo>
                  <a:pt x="404529" y="533493"/>
                  <a:pt x="455953" y="501117"/>
                  <a:pt x="487610" y="466065"/>
                </a:cubicBezTo>
                <a:cubicBezTo>
                  <a:pt x="503038" y="448957"/>
                  <a:pt x="513268" y="431794"/>
                  <a:pt x="519749" y="418690"/>
                </a:cubicBezTo>
                <a:cubicBezTo>
                  <a:pt x="522964" y="412118"/>
                  <a:pt x="525321" y="406489"/>
                  <a:pt x="526874" y="402282"/>
                </a:cubicBezTo>
                <a:cubicBezTo>
                  <a:pt x="527677" y="400176"/>
                  <a:pt x="528267" y="398412"/>
                  <a:pt x="528696" y="397057"/>
                </a:cubicBezTo>
                <a:cubicBezTo>
                  <a:pt x="528964" y="396381"/>
                  <a:pt x="529124" y="395803"/>
                  <a:pt x="529284" y="395334"/>
                </a:cubicBezTo>
                <a:cubicBezTo>
                  <a:pt x="529338" y="395099"/>
                  <a:pt x="529392" y="394887"/>
                  <a:pt x="529445" y="394706"/>
                </a:cubicBezTo>
                <a:cubicBezTo>
                  <a:pt x="529499" y="394617"/>
                  <a:pt x="529499" y="394533"/>
                  <a:pt x="529552" y="394457"/>
                </a:cubicBezTo>
                <a:cubicBezTo>
                  <a:pt x="529552" y="394420"/>
                  <a:pt x="529552" y="394382"/>
                  <a:pt x="529552" y="394348"/>
                </a:cubicBezTo>
                <a:cubicBezTo>
                  <a:pt x="529552" y="394331"/>
                  <a:pt x="529552" y="394305"/>
                  <a:pt x="529552" y="394296"/>
                </a:cubicBezTo>
                <a:cubicBezTo>
                  <a:pt x="529552" y="394280"/>
                  <a:pt x="529338" y="394191"/>
                  <a:pt x="525160" y="392729"/>
                </a:cubicBezTo>
                <a:lnTo>
                  <a:pt x="462809" y="371184"/>
                </a:lnTo>
                <a:cubicBezTo>
                  <a:pt x="458363" y="369639"/>
                  <a:pt x="458363" y="369628"/>
                  <a:pt x="458363" y="369617"/>
                </a:cubicBezTo>
                <a:cubicBezTo>
                  <a:pt x="458363" y="369609"/>
                  <a:pt x="458363" y="369589"/>
                  <a:pt x="458363" y="369576"/>
                </a:cubicBezTo>
                <a:cubicBezTo>
                  <a:pt x="458363" y="369548"/>
                  <a:pt x="458363" y="369517"/>
                  <a:pt x="458417" y="369493"/>
                </a:cubicBezTo>
                <a:cubicBezTo>
                  <a:pt x="458417" y="369445"/>
                  <a:pt x="458417" y="369399"/>
                  <a:pt x="458417" y="369363"/>
                </a:cubicBezTo>
                <a:lnTo>
                  <a:pt x="458417" y="369337"/>
                </a:lnTo>
                <a:cubicBezTo>
                  <a:pt x="458363" y="369602"/>
                  <a:pt x="458149" y="370218"/>
                  <a:pt x="457775" y="371132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2" name="Полилиния 21">
            <a:extLst>
              <a:ext uri="{FF2B5EF4-FFF2-40B4-BE49-F238E27FC236}">
                <a16:creationId xmlns:a16="http://schemas.microsoft.com/office/drawing/2014/main" id="{B5880652-F6FC-A87D-AF2C-8F0F2CC6DD9C}"/>
              </a:ext>
            </a:extLst>
          </p:cNvPr>
          <p:cNvSpPr/>
          <p:nvPr userDrawn="1"/>
        </p:nvSpPr>
        <p:spPr>
          <a:xfrm rot="5400000">
            <a:off x="9468333" y="88113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3" name="Полилиния 22">
            <a:extLst>
              <a:ext uri="{FF2B5EF4-FFF2-40B4-BE49-F238E27FC236}">
                <a16:creationId xmlns:a16="http://schemas.microsoft.com/office/drawing/2014/main" id="{667E032D-27E4-95DC-C30F-D8F574F20267}"/>
              </a:ext>
            </a:extLst>
          </p:cNvPr>
          <p:cNvSpPr/>
          <p:nvPr userDrawn="1"/>
        </p:nvSpPr>
        <p:spPr>
          <a:xfrm rot="5400000">
            <a:off x="9468333" y="54000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4" name="Полилиния 23">
            <a:extLst>
              <a:ext uri="{FF2B5EF4-FFF2-40B4-BE49-F238E27FC236}">
                <a16:creationId xmlns:a16="http://schemas.microsoft.com/office/drawing/2014/main" id="{F9686EEA-E1CB-F0BD-3217-CCB166F01077}"/>
              </a:ext>
            </a:extLst>
          </p:cNvPr>
          <p:cNvSpPr/>
          <p:nvPr userDrawn="1"/>
        </p:nvSpPr>
        <p:spPr>
          <a:xfrm>
            <a:off x="10313141" y="302479"/>
            <a:ext cx="1644786" cy="817384"/>
          </a:xfrm>
          <a:custGeom>
            <a:avLst/>
            <a:gdLst>
              <a:gd name="connsiteX0" fmla="*/ 964990 w 1286171"/>
              <a:gd name="connsiteY0" fmla="*/ 0 h 639169"/>
              <a:gd name="connsiteX1" fmla="*/ 1286172 w 1286171"/>
              <a:gd name="connsiteY1" fmla="*/ 318506 h 639169"/>
              <a:gd name="connsiteX2" fmla="*/ 1286065 w 1286171"/>
              <a:gd name="connsiteY2" fmla="*/ 326735 h 639169"/>
              <a:gd name="connsiteX3" fmla="*/ 985078 w 1286171"/>
              <a:gd name="connsiteY3" fmla="*/ 636470 h 639169"/>
              <a:gd name="connsiteX4" fmla="*/ 985078 w 1286171"/>
              <a:gd name="connsiteY4" fmla="*/ 637224 h 639169"/>
              <a:gd name="connsiteX5" fmla="*/ 964990 w 1286171"/>
              <a:gd name="connsiteY5" fmla="*/ 637224 h 639169"/>
              <a:gd name="connsiteX6" fmla="*/ 778688 w 1286171"/>
              <a:gd name="connsiteY6" fmla="*/ 555332 h 639169"/>
              <a:gd name="connsiteX7" fmla="*/ 642738 w 1286171"/>
              <a:gd name="connsiteY7" fmla="*/ 425876 h 639169"/>
              <a:gd name="connsiteX8" fmla="*/ 507109 w 1286171"/>
              <a:gd name="connsiteY8" fmla="*/ 556230 h 639169"/>
              <a:gd name="connsiteX9" fmla="*/ 327073 w 1286171"/>
              <a:gd name="connsiteY9" fmla="*/ 639063 h 639169"/>
              <a:gd name="connsiteX10" fmla="*/ 321181 w 1286171"/>
              <a:gd name="connsiteY10" fmla="*/ 639169 h 639169"/>
              <a:gd name="connsiteX11" fmla="*/ 107 w 1286171"/>
              <a:gd name="connsiteY11" fmla="*/ 328780 h 639169"/>
              <a:gd name="connsiteX12" fmla="*/ 0 w 1286171"/>
              <a:gd name="connsiteY12" fmla="*/ 320560 h 639169"/>
              <a:gd name="connsiteX13" fmla="*/ 321181 w 1286171"/>
              <a:gd name="connsiteY13" fmla="*/ 2055 h 639169"/>
              <a:gd name="connsiteX14" fmla="*/ 327073 w 1286171"/>
              <a:gd name="connsiteY14" fmla="*/ 2164 h 639169"/>
              <a:gd name="connsiteX15" fmla="*/ 507484 w 1286171"/>
              <a:gd name="connsiteY15" fmla="*/ 83917 h 639169"/>
              <a:gd name="connsiteX16" fmla="*/ 643380 w 1286171"/>
              <a:gd name="connsiteY16" fmla="*/ 213314 h 639169"/>
              <a:gd name="connsiteX17" fmla="*/ 779063 w 1286171"/>
              <a:gd name="connsiteY17" fmla="*/ 82962 h 639169"/>
              <a:gd name="connsiteX18" fmla="*/ 964990 w 1286171"/>
              <a:gd name="connsiteY18" fmla="*/ 0 h 639169"/>
              <a:gd name="connsiteX19" fmla="*/ 1145132 w 1286171"/>
              <a:gd name="connsiteY19" fmla="*/ 557856 h 639169"/>
              <a:gd name="connsiteX20" fmla="*/ 1145132 w 1286171"/>
              <a:gd name="connsiteY20" fmla="*/ 557862 h 639169"/>
              <a:gd name="connsiteX21" fmla="*/ 1145132 w 1286171"/>
              <a:gd name="connsiteY21" fmla="*/ 557856 h 639169"/>
              <a:gd name="connsiteX22" fmla="*/ 1172719 w 1286171"/>
              <a:gd name="connsiteY22" fmla="*/ 534732 h 639169"/>
              <a:gd name="connsiteX23" fmla="*/ 1167416 w 1286171"/>
              <a:gd name="connsiteY23" fmla="*/ 539615 h 639169"/>
              <a:gd name="connsiteX24" fmla="*/ 1172719 w 1286171"/>
              <a:gd name="connsiteY24" fmla="*/ 534732 h 639169"/>
              <a:gd name="connsiteX25" fmla="*/ 79866 w 1286171"/>
              <a:gd name="connsiteY25" fmla="*/ 499243 h 639169"/>
              <a:gd name="connsiteX26" fmla="*/ 79866 w 1286171"/>
              <a:gd name="connsiteY26" fmla="*/ 499238 h 639169"/>
              <a:gd name="connsiteX27" fmla="*/ 79866 w 1286171"/>
              <a:gd name="connsiteY27" fmla="*/ 499243 h 639169"/>
              <a:gd name="connsiteX28" fmla="*/ 336983 w 1286171"/>
              <a:gd name="connsiteY28" fmla="*/ 155327 h 639169"/>
              <a:gd name="connsiteX29" fmla="*/ 170446 w 1286171"/>
              <a:gd name="connsiteY29" fmla="*/ 320560 h 639169"/>
              <a:gd name="connsiteX30" fmla="*/ 170500 w 1286171"/>
              <a:gd name="connsiteY30" fmla="*/ 324826 h 639169"/>
              <a:gd name="connsiteX31" fmla="*/ 336983 w 1286171"/>
              <a:gd name="connsiteY31" fmla="*/ 485778 h 639169"/>
              <a:gd name="connsiteX32" fmla="*/ 340786 w 1286171"/>
              <a:gd name="connsiteY32" fmla="*/ 485674 h 639169"/>
              <a:gd name="connsiteX33" fmla="*/ 406672 w 1286171"/>
              <a:gd name="connsiteY33" fmla="*/ 460160 h 639169"/>
              <a:gd name="connsiteX34" fmla="*/ 480326 w 1286171"/>
              <a:gd name="connsiteY34" fmla="*/ 399423 h 639169"/>
              <a:gd name="connsiteX35" fmla="*/ 550230 w 1286171"/>
              <a:gd name="connsiteY35" fmla="*/ 320560 h 639169"/>
              <a:gd name="connsiteX36" fmla="*/ 537158 w 1286171"/>
              <a:gd name="connsiteY36" fmla="*/ 304252 h 639169"/>
              <a:gd name="connsiteX37" fmla="*/ 480701 w 1286171"/>
              <a:gd name="connsiteY37" fmla="*/ 242087 h 639169"/>
              <a:gd name="connsiteX38" fmla="*/ 406887 w 1286171"/>
              <a:gd name="connsiteY38" fmla="*/ 181096 h 639169"/>
              <a:gd name="connsiteX39" fmla="*/ 340840 w 1286171"/>
              <a:gd name="connsiteY39" fmla="*/ 155436 h 639169"/>
              <a:gd name="connsiteX40" fmla="*/ 336983 w 1286171"/>
              <a:gd name="connsiteY40" fmla="*/ 155327 h 639169"/>
              <a:gd name="connsiteX41" fmla="*/ 949189 w 1286171"/>
              <a:gd name="connsiteY41" fmla="*/ 153392 h 639169"/>
              <a:gd name="connsiteX42" fmla="*/ 879446 w 1286171"/>
              <a:gd name="connsiteY42" fmla="*/ 179041 h 639169"/>
              <a:gd name="connsiteX43" fmla="*/ 805793 w 1286171"/>
              <a:gd name="connsiteY43" fmla="*/ 239830 h 639169"/>
              <a:gd name="connsiteX44" fmla="*/ 749280 w 1286171"/>
              <a:gd name="connsiteY44" fmla="*/ 301952 h 639169"/>
              <a:gd name="connsiteX45" fmla="*/ 735889 w 1286171"/>
              <a:gd name="connsiteY45" fmla="*/ 318615 h 639169"/>
              <a:gd name="connsiteX46" fmla="*/ 805685 w 1286171"/>
              <a:gd name="connsiteY46" fmla="*/ 397316 h 639169"/>
              <a:gd name="connsiteX47" fmla="*/ 879392 w 1286171"/>
              <a:gd name="connsiteY47" fmla="*/ 458168 h 639169"/>
              <a:gd name="connsiteX48" fmla="*/ 949189 w 1286171"/>
              <a:gd name="connsiteY48" fmla="*/ 483843 h 639169"/>
              <a:gd name="connsiteX49" fmla="*/ 953474 w 1286171"/>
              <a:gd name="connsiteY49" fmla="*/ 483785 h 639169"/>
              <a:gd name="connsiteX50" fmla="*/ 1115725 w 1286171"/>
              <a:gd name="connsiteY50" fmla="*/ 318615 h 639169"/>
              <a:gd name="connsiteX51" fmla="*/ 953474 w 1286171"/>
              <a:gd name="connsiteY51" fmla="*/ 153449 h 639169"/>
              <a:gd name="connsiteX52" fmla="*/ 949189 w 1286171"/>
              <a:gd name="connsiteY52" fmla="*/ 153392 h 639169"/>
              <a:gd name="connsiteX53" fmla="*/ 412404 w 1286171"/>
              <a:gd name="connsiteY53" fmla="*/ 480111 h 639169"/>
              <a:gd name="connsiteX54" fmla="*/ 408333 w 1286171"/>
              <a:gd name="connsiteY54" fmla="*/ 482535 h 639169"/>
              <a:gd name="connsiteX55" fmla="*/ 417546 w 1286171"/>
              <a:gd name="connsiteY55" fmla="*/ 476941 h 639169"/>
              <a:gd name="connsiteX56" fmla="*/ 412404 w 1286171"/>
              <a:gd name="connsiteY56" fmla="*/ 480111 h 639169"/>
              <a:gd name="connsiteX57" fmla="*/ 700642 w 1286171"/>
              <a:gd name="connsiteY57" fmla="*/ 458250 h 639169"/>
              <a:gd name="connsiteX58" fmla="*/ 719497 w 1286171"/>
              <a:gd name="connsiteY58" fmla="*/ 476931 h 639169"/>
              <a:gd name="connsiteX59" fmla="*/ 700642 w 1286171"/>
              <a:gd name="connsiteY59" fmla="*/ 458250 h 639169"/>
              <a:gd name="connsiteX60" fmla="*/ 32567 w 1286171"/>
              <a:gd name="connsiteY60" fmla="*/ 405842 h 639169"/>
              <a:gd name="connsiteX61" fmla="*/ 32567 w 1286171"/>
              <a:gd name="connsiteY61" fmla="*/ 405847 h 639169"/>
              <a:gd name="connsiteX62" fmla="*/ 32567 w 1286171"/>
              <a:gd name="connsiteY62" fmla="*/ 405842 h 639169"/>
              <a:gd name="connsiteX63" fmla="*/ 534321 w 1286171"/>
              <a:gd name="connsiteY63" fmla="*/ 269958 h 639169"/>
              <a:gd name="connsiteX64" fmla="*/ 534321 w 1286171"/>
              <a:gd name="connsiteY64" fmla="*/ 269962 h 639169"/>
              <a:gd name="connsiteX65" fmla="*/ 534321 w 1286171"/>
              <a:gd name="connsiteY65" fmla="*/ 269958 h 639169"/>
              <a:gd name="connsiteX66" fmla="*/ 486004 w 1286171"/>
              <a:gd name="connsiteY66" fmla="*/ 219307 h 639169"/>
              <a:gd name="connsiteX67" fmla="*/ 486004 w 1286171"/>
              <a:gd name="connsiteY67" fmla="*/ 219303 h 639169"/>
              <a:gd name="connsiteX68" fmla="*/ 486004 w 1286171"/>
              <a:gd name="connsiteY68" fmla="*/ 219307 h 639169"/>
              <a:gd name="connsiteX69" fmla="*/ 1087336 w 1286171"/>
              <a:gd name="connsiteY69" fmla="*/ 194115 h 639169"/>
              <a:gd name="connsiteX70" fmla="*/ 1087336 w 1286171"/>
              <a:gd name="connsiteY70" fmla="*/ 194110 h 639169"/>
              <a:gd name="connsiteX71" fmla="*/ 1087336 w 1286171"/>
              <a:gd name="connsiteY71" fmla="*/ 194115 h 639169"/>
              <a:gd name="connsiteX72" fmla="*/ 447972 w 1286171"/>
              <a:gd name="connsiteY72" fmla="*/ 185989 h 639169"/>
              <a:gd name="connsiteX73" fmla="*/ 447972 w 1286171"/>
              <a:gd name="connsiteY73" fmla="*/ 185984 h 639169"/>
              <a:gd name="connsiteX74" fmla="*/ 447972 w 1286171"/>
              <a:gd name="connsiteY74" fmla="*/ 185989 h 639169"/>
              <a:gd name="connsiteX75" fmla="*/ 1049786 w 1286171"/>
              <a:gd name="connsiteY75" fmla="*/ 162618 h 639169"/>
              <a:gd name="connsiteX76" fmla="*/ 1049786 w 1286171"/>
              <a:gd name="connsiteY76" fmla="*/ 162623 h 639169"/>
              <a:gd name="connsiteX77" fmla="*/ 1049786 w 1286171"/>
              <a:gd name="connsiteY77" fmla="*/ 162618 h 639169"/>
              <a:gd name="connsiteX78" fmla="*/ 281488 w 1286171"/>
              <a:gd name="connsiteY78" fmla="*/ 143709 h 639169"/>
              <a:gd name="connsiteX79" fmla="*/ 281488 w 1286171"/>
              <a:gd name="connsiteY79" fmla="*/ 143715 h 639169"/>
              <a:gd name="connsiteX80" fmla="*/ 281488 w 1286171"/>
              <a:gd name="connsiteY80" fmla="*/ 143709 h 639169"/>
              <a:gd name="connsiteX81" fmla="*/ 1000291 w 1286171"/>
              <a:gd name="connsiteY81" fmla="*/ 140471 h 639169"/>
              <a:gd name="connsiteX82" fmla="*/ 1000291 w 1286171"/>
              <a:gd name="connsiteY82" fmla="*/ 140476 h 639169"/>
              <a:gd name="connsiteX83" fmla="*/ 1000291 w 1286171"/>
              <a:gd name="connsiteY83" fmla="*/ 140471 h 639169"/>
              <a:gd name="connsiteX84" fmla="*/ 972918 w 1286171"/>
              <a:gd name="connsiteY84" fmla="*/ 134940 h 639169"/>
              <a:gd name="connsiteX85" fmla="*/ 972918 w 1286171"/>
              <a:gd name="connsiteY85" fmla="*/ 134934 h 639169"/>
              <a:gd name="connsiteX86" fmla="*/ 972918 w 1286171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171" h="639169">
                <a:moveTo>
                  <a:pt x="964990" y="0"/>
                </a:moveTo>
                <a:cubicBezTo>
                  <a:pt x="1142454" y="0"/>
                  <a:pt x="1286172" y="142456"/>
                  <a:pt x="1286172" y="318506"/>
                </a:cubicBezTo>
                <a:lnTo>
                  <a:pt x="1286065" y="326735"/>
                </a:lnTo>
                <a:cubicBezTo>
                  <a:pt x="1281833" y="492309"/>
                  <a:pt x="1150329" y="626348"/>
                  <a:pt x="985078" y="636470"/>
                </a:cubicBezTo>
                <a:lnTo>
                  <a:pt x="985078" y="637224"/>
                </a:lnTo>
                <a:lnTo>
                  <a:pt x="964990" y="637224"/>
                </a:lnTo>
                <a:cubicBezTo>
                  <a:pt x="902319" y="637224"/>
                  <a:pt x="836432" y="600189"/>
                  <a:pt x="778688" y="555332"/>
                </a:cubicBezTo>
                <a:cubicBezTo>
                  <a:pt x="727478" y="515517"/>
                  <a:pt x="679913" y="467264"/>
                  <a:pt x="642738" y="425876"/>
                </a:cubicBezTo>
                <a:cubicBezTo>
                  <a:pt x="605670" y="467315"/>
                  <a:pt x="558211" y="515993"/>
                  <a:pt x="507109" y="556230"/>
                </a:cubicBezTo>
                <a:cubicBezTo>
                  <a:pt x="451401" y="600125"/>
                  <a:pt x="387924" y="636810"/>
                  <a:pt x="327073" y="639063"/>
                </a:cubicBezTo>
                <a:lnTo>
                  <a:pt x="321181" y="639169"/>
                </a:lnTo>
                <a:cubicBezTo>
                  <a:pt x="146502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17" y="2055"/>
                  <a:pt x="321181" y="2055"/>
                </a:cubicBezTo>
                <a:lnTo>
                  <a:pt x="327073" y="2164"/>
                </a:lnTo>
                <a:cubicBezTo>
                  <a:pt x="387924" y="4378"/>
                  <a:pt x="451560" y="40473"/>
                  <a:pt x="507484" y="83917"/>
                </a:cubicBezTo>
                <a:cubicBezTo>
                  <a:pt x="558692" y="123714"/>
                  <a:pt x="606259" y="171944"/>
                  <a:pt x="643380" y="213314"/>
                </a:cubicBezTo>
                <a:cubicBezTo>
                  <a:pt x="680501" y="171874"/>
                  <a:pt x="728015" y="123205"/>
                  <a:pt x="779063" y="82962"/>
                </a:cubicBezTo>
                <a:cubicBezTo>
                  <a:pt x="836593" y="37644"/>
                  <a:pt x="902372" y="1"/>
                  <a:pt x="964990" y="0"/>
                </a:cubicBezTo>
                <a:close/>
                <a:moveTo>
                  <a:pt x="1145132" y="557856"/>
                </a:moveTo>
                <a:lnTo>
                  <a:pt x="1145132" y="557862"/>
                </a:lnTo>
                <a:lnTo>
                  <a:pt x="1145132" y="557856"/>
                </a:lnTo>
                <a:close/>
                <a:moveTo>
                  <a:pt x="1172719" y="534732"/>
                </a:moveTo>
                <a:cubicBezTo>
                  <a:pt x="1170951" y="536379"/>
                  <a:pt x="1169185" y="538005"/>
                  <a:pt x="1167416" y="539615"/>
                </a:cubicBezTo>
                <a:cubicBezTo>
                  <a:pt x="1169185" y="538005"/>
                  <a:pt x="1170951" y="536379"/>
                  <a:pt x="1172719" y="534732"/>
                </a:cubicBezTo>
                <a:close/>
                <a:moveTo>
                  <a:pt x="79866" y="499243"/>
                </a:moveTo>
                <a:lnTo>
                  <a:pt x="79866" y="499238"/>
                </a:lnTo>
                <a:lnTo>
                  <a:pt x="79866" y="499243"/>
                </a:lnTo>
                <a:close/>
                <a:moveTo>
                  <a:pt x="336983" y="155327"/>
                </a:moveTo>
                <a:cubicBezTo>
                  <a:pt x="245011" y="155328"/>
                  <a:pt x="170446" y="229309"/>
                  <a:pt x="170446" y="320560"/>
                </a:cubicBezTo>
                <a:lnTo>
                  <a:pt x="170500" y="324826"/>
                </a:lnTo>
                <a:cubicBezTo>
                  <a:pt x="172804" y="414102"/>
                  <a:pt x="246457" y="485778"/>
                  <a:pt x="336983" y="485778"/>
                </a:cubicBezTo>
                <a:lnTo>
                  <a:pt x="340786" y="485674"/>
                </a:lnTo>
                <a:cubicBezTo>
                  <a:pt x="360017" y="484608"/>
                  <a:pt x="382461" y="475581"/>
                  <a:pt x="406672" y="460160"/>
                </a:cubicBezTo>
                <a:cubicBezTo>
                  <a:pt x="432116" y="443941"/>
                  <a:pt x="457506" y="421967"/>
                  <a:pt x="480326" y="399423"/>
                </a:cubicBezTo>
                <a:cubicBezTo>
                  <a:pt x="511822" y="368259"/>
                  <a:pt x="537427" y="336961"/>
                  <a:pt x="550230" y="320560"/>
                </a:cubicBezTo>
                <a:cubicBezTo>
                  <a:pt x="546747" y="316119"/>
                  <a:pt x="542355" y="310575"/>
                  <a:pt x="537158" y="304252"/>
                </a:cubicBezTo>
                <a:cubicBezTo>
                  <a:pt x="523125" y="287236"/>
                  <a:pt x="503467" y="264623"/>
                  <a:pt x="480701" y="242087"/>
                </a:cubicBezTo>
                <a:cubicBezTo>
                  <a:pt x="457882" y="219475"/>
                  <a:pt x="432438" y="197398"/>
                  <a:pt x="406887" y="181096"/>
                </a:cubicBezTo>
                <a:cubicBezTo>
                  <a:pt x="382621" y="165596"/>
                  <a:pt x="360124" y="156512"/>
                  <a:pt x="340840" y="155436"/>
                </a:cubicBezTo>
                <a:lnTo>
                  <a:pt x="336983" y="155327"/>
                </a:lnTo>
                <a:close/>
                <a:moveTo>
                  <a:pt x="949189" y="153392"/>
                </a:moveTo>
                <a:cubicBezTo>
                  <a:pt x="929102" y="153392"/>
                  <a:pt x="905319" y="162575"/>
                  <a:pt x="879446" y="179041"/>
                </a:cubicBezTo>
                <a:cubicBezTo>
                  <a:pt x="854002" y="195276"/>
                  <a:pt x="828612" y="217272"/>
                  <a:pt x="805793" y="239830"/>
                </a:cubicBezTo>
                <a:cubicBezTo>
                  <a:pt x="783081" y="262311"/>
                  <a:pt x="763369" y="284899"/>
                  <a:pt x="749280" y="301952"/>
                </a:cubicBezTo>
                <a:cubicBezTo>
                  <a:pt x="743977" y="308428"/>
                  <a:pt x="739477" y="314092"/>
                  <a:pt x="735889" y="318615"/>
                </a:cubicBezTo>
                <a:cubicBezTo>
                  <a:pt x="748744" y="334984"/>
                  <a:pt x="774241" y="366201"/>
                  <a:pt x="805685" y="397316"/>
                </a:cubicBezTo>
                <a:cubicBezTo>
                  <a:pt x="828504" y="419889"/>
                  <a:pt x="853895" y="441913"/>
                  <a:pt x="879392" y="458168"/>
                </a:cubicBezTo>
                <a:cubicBezTo>
                  <a:pt x="905265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464" y="481522"/>
                  <a:pt x="1115725" y="408439"/>
                  <a:pt x="1115725" y="318615"/>
                </a:cubicBezTo>
                <a:cubicBezTo>
                  <a:pt x="1115725" y="228790"/>
                  <a:pt x="1043464" y="155712"/>
                  <a:pt x="953474" y="153449"/>
                </a:cubicBezTo>
                <a:lnTo>
                  <a:pt x="949189" y="153392"/>
                </a:lnTo>
                <a:close/>
                <a:moveTo>
                  <a:pt x="412404" y="480111"/>
                </a:moveTo>
                <a:cubicBezTo>
                  <a:pt x="411065" y="480938"/>
                  <a:pt x="409726" y="481739"/>
                  <a:pt x="408333" y="482535"/>
                </a:cubicBezTo>
                <a:cubicBezTo>
                  <a:pt x="411386" y="480745"/>
                  <a:pt x="414493" y="478886"/>
                  <a:pt x="417546" y="476941"/>
                </a:cubicBezTo>
                <a:lnTo>
                  <a:pt x="412404" y="480111"/>
                </a:lnTo>
                <a:close/>
                <a:moveTo>
                  <a:pt x="700642" y="458250"/>
                </a:moveTo>
                <a:cubicBezTo>
                  <a:pt x="706803" y="464470"/>
                  <a:pt x="713070" y="470710"/>
                  <a:pt x="719497" y="476931"/>
                </a:cubicBezTo>
                <a:cubicBezTo>
                  <a:pt x="713070" y="470710"/>
                  <a:pt x="706803" y="464470"/>
                  <a:pt x="700642" y="458250"/>
                </a:cubicBezTo>
                <a:close/>
                <a:moveTo>
                  <a:pt x="32567" y="405842"/>
                </a:moveTo>
                <a:lnTo>
                  <a:pt x="32567" y="405847"/>
                </a:lnTo>
                <a:lnTo>
                  <a:pt x="32567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36" y="194115"/>
                </a:moveTo>
                <a:lnTo>
                  <a:pt x="1087336" y="194110"/>
                </a:lnTo>
                <a:lnTo>
                  <a:pt x="1087336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488" y="143709"/>
                </a:moveTo>
                <a:lnTo>
                  <a:pt x="281488" y="143715"/>
                </a:lnTo>
                <a:lnTo>
                  <a:pt x="281488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18" y="134940"/>
                </a:moveTo>
                <a:lnTo>
                  <a:pt x="972918" y="134934"/>
                </a:lnTo>
                <a:lnTo>
                  <a:pt x="972918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5" name="Полилиния 44">
            <a:extLst>
              <a:ext uri="{FF2B5EF4-FFF2-40B4-BE49-F238E27FC236}">
                <a16:creationId xmlns:a16="http://schemas.microsoft.com/office/drawing/2014/main" id="{65D007B7-2EC6-8DD0-5DE0-9A7C6F4BC4E6}"/>
              </a:ext>
            </a:extLst>
          </p:cNvPr>
          <p:cNvSpPr/>
          <p:nvPr userDrawn="1"/>
        </p:nvSpPr>
        <p:spPr>
          <a:xfrm rot="5400000">
            <a:off x="6416161" y="121416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6" name="Полилиния 45">
            <a:extLst>
              <a:ext uri="{FF2B5EF4-FFF2-40B4-BE49-F238E27FC236}">
                <a16:creationId xmlns:a16="http://schemas.microsoft.com/office/drawing/2014/main" id="{01637A07-C3CB-115D-07A5-84F103254223}"/>
              </a:ext>
            </a:extLst>
          </p:cNvPr>
          <p:cNvSpPr/>
          <p:nvPr userDrawn="1"/>
        </p:nvSpPr>
        <p:spPr>
          <a:xfrm rot="5400000">
            <a:off x="6416161" y="1666048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7" name="Полилиния 46">
            <a:extLst>
              <a:ext uri="{FF2B5EF4-FFF2-40B4-BE49-F238E27FC236}">
                <a16:creationId xmlns:a16="http://schemas.microsoft.com/office/drawing/2014/main" id="{BE1EB756-A5E8-D426-BF57-70326BFCBF52}"/>
              </a:ext>
            </a:extLst>
          </p:cNvPr>
          <p:cNvSpPr/>
          <p:nvPr userDrawn="1"/>
        </p:nvSpPr>
        <p:spPr>
          <a:xfrm>
            <a:off x="7260970" y="1428526"/>
            <a:ext cx="1644786" cy="817384"/>
          </a:xfrm>
          <a:custGeom>
            <a:avLst/>
            <a:gdLst>
              <a:gd name="connsiteX0" fmla="*/ 964990 w 1286171"/>
              <a:gd name="connsiteY0" fmla="*/ 0 h 639169"/>
              <a:gd name="connsiteX1" fmla="*/ 1286172 w 1286171"/>
              <a:gd name="connsiteY1" fmla="*/ 318506 h 639169"/>
              <a:gd name="connsiteX2" fmla="*/ 1286065 w 1286171"/>
              <a:gd name="connsiteY2" fmla="*/ 326735 h 639169"/>
              <a:gd name="connsiteX3" fmla="*/ 985078 w 1286171"/>
              <a:gd name="connsiteY3" fmla="*/ 636470 h 639169"/>
              <a:gd name="connsiteX4" fmla="*/ 985078 w 1286171"/>
              <a:gd name="connsiteY4" fmla="*/ 637224 h 639169"/>
              <a:gd name="connsiteX5" fmla="*/ 964990 w 1286171"/>
              <a:gd name="connsiteY5" fmla="*/ 637224 h 639169"/>
              <a:gd name="connsiteX6" fmla="*/ 778688 w 1286171"/>
              <a:gd name="connsiteY6" fmla="*/ 555332 h 639169"/>
              <a:gd name="connsiteX7" fmla="*/ 642738 w 1286171"/>
              <a:gd name="connsiteY7" fmla="*/ 425876 h 639169"/>
              <a:gd name="connsiteX8" fmla="*/ 507109 w 1286171"/>
              <a:gd name="connsiteY8" fmla="*/ 556230 h 639169"/>
              <a:gd name="connsiteX9" fmla="*/ 327073 w 1286171"/>
              <a:gd name="connsiteY9" fmla="*/ 639063 h 639169"/>
              <a:gd name="connsiteX10" fmla="*/ 321181 w 1286171"/>
              <a:gd name="connsiteY10" fmla="*/ 639169 h 639169"/>
              <a:gd name="connsiteX11" fmla="*/ 107 w 1286171"/>
              <a:gd name="connsiteY11" fmla="*/ 328780 h 639169"/>
              <a:gd name="connsiteX12" fmla="*/ 0 w 1286171"/>
              <a:gd name="connsiteY12" fmla="*/ 320560 h 639169"/>
              <a:gd name="connsiteX13" fmla="*/ 321181 w 1286171"/>
              <a:gd name="connsiteY13" fmla="*/ 2055 h 639169"/>
              <a:gd name="connsiteX14" fmla="*/ 327073 w 1286171"/>
              <a:gd name="connsiteY14" fmla="*/ 2164 h 639169"/>
              <a:gd name="connsiteX15" fmla="*/ 507484 w 1286171"/>
              <a:gd name="connsiteY15" fmla="*/ 83917 h 639169"/>
              <a:gd name="connsiteX16" fmla="*/ 643380 w 1286171"/>
              <a:gd name="connsiteY16" fmla="*/ 213314 h 639169"/>
              <a:gd name="connsiteX17" fmla="*/ 779063 w 1286171"/>
              <a:gd name="connsiteY17" fmla="*/ 82962 h 639169"/>
              <a:gd name="connsiteX18" fmla="*/ 964990 w 1286171"/>
              <a:gd name="connsiteY18" fmla="*/ 0 h 639169"/>
              <a:gd name="connsiteX19" fmla="*/ 1145132 w 1286171"/>
              <a:gd name="connsiteY19" fmla="*/ 557856 h 639169"/>
              <a:gd name="connsiteX20" fmla="*/ 1145132 w 1286171"/>
              <a:gd name="connsiteY20" fmla="*/ 557862 h 639169"/>
              <a:gd name="connsiteX21" fmla="*/ 1145132 w 1286171"/>
              <a:gd name="connsiteY21" fmla="*/ 557856 h 639169"/>
              <a:gd name="connsiteX22" fmla="*/ 1172719 w 1286171"/>
              <a:gd name="connsiteY22" fmla="*/ 534732 h 639169"/>
              <a:gd name="connsiteX23" fmla="*/ 1167416 w 1286171"/>
              <a:gd name="connsiteY23" fmla="*/ 539615 h 639169"/>
              <a:gd name="connsiteX24" fmla="*/ 1172719 w 1286171"/>
              <a:gd name="connsiteY24" fmla="*/ 534732 h 639169"/>
              <a:gd name="connsiteX25" fmla="*/ 79866 w 1286171"/>
              <a:gd name="connsiteY25" fmla="*/ 499243 h 639169"/>
              <a:gd name="connsiteX26" fmla="*/ 79866 w 1286171"/>
              <a:gd name="connsiteY26" fmla="*/ 499238 h 639169"/>
              <a:gd name="connsiteX27" fmla="*/ 79866 w 1286171"/>
              <a:gd name="connsiteY27" fmla="*/ 499243 h 639169"/>
              <a:gd name="connsiteX28" fmla="*/ 336983 w 1286171"/>
              <a:gd name="connsiteY28" fmla="*/ 155327 h 639169"/>
              <a:gd name="connsiteX29" fmla="*/ 170446 w 1286171"/>
              <a:gd name="connsiteY29" fmla="*/ 320560 h 639169"/>
              <a:gd name="connsiteX30" fmla="*/ 170500 w 1286171"/>
              <a:gd name="connsiteY30" fmla="*/ 324826 h 639169"/>
              <a:gd name="connsiteX31" fmla="*/ 336983 w 1286171"/>
              <a:gd name="connsiteY31" fmla="*/ 485778 h 639169"/>
              <a:gd name="connsiteX32" fmla="*/ 340786 w 1286171"/>
              <a:gd name="connsiteY32" fmla="*/ 485674 h 639169"/>
              <a:gd name="connsiteX33" fmla="*/ 406672 w 1286171"/>
              <a:gd name="connsiteY33" fmla="*/ 460160 h 639169"/>
              <a:gd name="connsiteX34" fmla="*/ 480326 w 1286171"/>
              <a:gd name="connsiteY34" fmla="*/ 399423 h 639169"/>
              <a:gd name="connsiteX35" fmla="*/ 550230 w 1286171"/>
              <a:gd name="connsiteY35" fmla="*/ 320560 h 639169"/>
              <a:gd name="connsiteX36" fmla="*/ 537158 w 1286171"/>
              <a:gd name="connsiteY36" fmla="*/ 304252 h 639169"/>
              <a:gd name="connsiteX37" fmla="*/ 480701 w 1286171"/>
              <a:gd name="connsiteY37" fmla="*/ 242087 h 639169"/>
              <a:gd name="connsiteX38" fmla="*/ 406887 w 1286171"/>
              <a:gd name="connsiteY38" fmla="*/ 181096 h 639169"/>
              <a:gd name="connsiteX39" fmla="*/ 340840 w 1286171"/>
              <a:gd name="connsiteY39" fmla="*/ 155436 h 639169"/>
              <a:gd name="connsiteX40" fmla="*/ 336983 w 1286171"/>
              <a:gd name="connsiteY40" fmla="*/ 155327 h 639169"/>
              <a:gd name="connsiteX41" fmla="*/ 949189 w 1286171"/>
              <a:gd name="connsiteY41" fmla="*/ 153392 h 639169"/>
              <a:gd name="connsiteX42" fmla="*/ 879446 w 1286171"/>
              <a:gd name="connsiteY42" fmla="*/ 179041 h 639169"/>
              <a:gd name="connsiteX43" fmla="*/ 805793 w 1286171"/>
              <a:gd name="connsiteY43" fmla="*/ 239830 h 639169"/>
              <a:gd name="connsiteX44" fmla="*/ 749280 w 1286171"/>
              <a:gd name="connsiteY44" fmla="*/ 301952 h 639169"/>
              <a:gd name="connsiteX45" fmla="*/ 735889 w 1286171"/>
              <a:gd name="connsiteY45" fmla="*/ 318615 h 639169"/>
              <a:gd name="connsiteX46" fmla="*/ 805685 w 1286171"/>
              <a:gd name="connsiteY46" fmla="*/ 397316 h 639169"/>
              <a:gd name="connsiteX47" fmla="*/ 879392 w 1286171"/>
              <a:gd name="connsiteY47" fmla="*/ 458168 h 639169"/>
              <a:gd name="connsiteX48" fmla="*/ 949189 w 1286171"/>
              <a:gd name="connsiteY48" fmla="*/ 483843 h 639169"/>
              <a:gd name="connsiteX49" fmla="*/ 953474 w 1286171"/>
              <a:gd name="connsiteY49" fmla="*/ 483785 h 639169"/>
              <a:gd name="connsiteX50" fmla="*/ 1115725 w 1286171"/>
              <a:gd name="connsiteY50" fmla="*/ 318615 h 639169"/>
              <a:gd name="connsiteX51" fmla="*/ 953474 w 1286171"/>
              <a:gd name="connsiteY51" fmla="*/ 153449 h 639169"/>
              <a:gd name="connsiteX52" fmla="*/ 949189 w 1286171"/>
              <a:gd name="connsiteY52" fmla="*/ 153392 h 639169"/>
              <a:gd name="connsiteX53" fmla="*/ 412404 w 1286171"/>
              <a:gd name="connsiteY53" fmla="*/ 480111 h 639169"/>
              <a:gd name="connsiteX54" fmla="*/ 408333 w 1286171"/>
              <a:gd name="connsiteY54" fmla="*/ 482535 h 639169"/>
              <a:gd name="connsiteX55" fmla="*/ 417546 w 1286171"/>
              <a:gd name="connsiteY55" fmla="*/ 476941 h 639169"/>
              <a:gd name="connsiteX56" fmla="*/ 412404 w 1286171"/>
              <a:gd name="connsiteY56" fmla="*/ 480111 h 639169"/>
              <a:gd name="connsiteX57" fmla="*/ 700642 w 1286171"/>
              <a:gd name="connsiteY57" fmla="*/ 458250 h 639169"/>
              <a:gd name="connsiteX58" fmla="*/ 719497 w 1286171"/>
              <a:gd name="connsiteY58" fmla="*/ 476931 h 639169"/>
              <a:gd name="connsiteX59" fmla="*/ 700642 w 1286171"/>
              <a:gd name="connsiteY59" fmla="*/ 458250 h 639169"/>
              <a:gd name="connsiteX60" fmla="*/ 32567 w 1286171"/>
              <a:gd name="connsiteY60" fmla="*/ 405842 h 639169"/>
              <a:gd name="connsiteX61" fmla="*/ 32567 w 1286171"/>
              <a:gd name="connsiteY61" fmla="*/ 405847 h 639169"/>
              <a:gd name="connsiteX62" fmla="*/ 32567 w 1286171"/>
              <a:gd name="connsiteY62" fmla="*/ 405842 h 639169"/>
              <a:gd name="connsiteX63" fmla="*/ 534321 w 1286171"/>
              <a:gd name="connsiteY63" fmla="*/ 269958 h 639169"/>
              <a:gd name="connsiteX64" fmla="*/ 534321 w 1286171"/>
              <a:gd name="connsiteY64" fmla="*/ 269962 h 639169"/>
              <a:gd name="connsiteX65" fmla="*/ 534321 w 1286171"/>
              <a:gd name="connsiteY65" fmla="*/ 269958 h 639169"/>
              <a:gd name="connsiteX66" fmla="*/ 486004 w 1286171"/>
              <a:gd name="connsiteY66" fmla="*/ 219307 h 639169"/>
              <a:gd name="connsiteX67" fmla="*/ 486004 w 1286171"/>
              <a:gd name="connsiteY67" fmla="*/ 219303 h 639169"/>
              <a:gd name="connsiteX68" fmla="*/ 486004 w 1286171"/>
              <a:gd name="connsiteY68" fmla="*/ 219307 h 639169"/>
              <a:gd name="connsiteX69" fmla="*/ 1087336 w 1286171"/>
              <a:gd name="connsiteY69" fmla="*/ 194115 h 639169"/>
              <a:gd name="connsiteX70" fmla="*/ 1087336 w 1286171"/>
              <a:gd name="connsiteY70" fmla="*/ 194110 h 639169"/>
              <a:gd name="connsiteX71" fmla="*/ 1087336 w 1286171"/>
              <a:gd name="connsiteY71" fmla="*/ 194115 h 639169"/>
              <a:gd name="connsiteX72" fmla="*/ 447972 w 1286171"/>
              <a:gd name="connsiteY72" fmla="*/ 185989 h 639169"/>
              <a:gd name="connsiteX73" fmla="*/ 447972 w 1286171"/>
              <a:gd name="connsiteY73" fmla="*/ 185984 h 639169"/>
              <a:gd name="connsiteX74" fmla="*/ 447972 w 1286171"/>
              <a:gd name="connsiteY74" fmla="*/ 185989 h 639169"/>
              <a:gd name="connsiteX75" fmla="*/ 1049786 w 1286171"/>
              <a:gd name="connsiteY75" fmla="*/ 162618 h 639169"/>
              <a:gd name="connsiteX76" fmla="*/ 1049786 w 1286171"/>
              <a:gd name="connsiteY76" fmla="*/ 162623 h 639169"/>
              <a:gd name="connsiteX77" fmla="*/ 1049786 w 1286171"/>
              <a:gd name="connsiteY77" fmla="*/ 162618 h 639169"/>
              <a:gd name="connsiteX78" fmla="*/ 281488 w 1286171"/>
              <a:gd name="connsiteY78" fmla="*/ 143709 h 639169"/>
              <a:gd name="connsiteX79" fmla="*/ 281488 w 1286171"/>
              <a:gd name="connsiteY79" fmla="*/ 143715 h 639169"/>
              <a:gd name="connsiteX80" fmla="*/ 281488 w 1286171"/>
              <a:gd name="connsiteY80" fmla="*/ 143709 h 639169"/>
              <a:gd name="connsiteX81" fmla="*/ 1000291 w 1286171"/>
              <a:gd name="connsiteY81" fmla="*/ 140471 h 639169"/>
              <a:gd name="connsiteX82" fmla="*/ 1000291 w 1286171"/>
              <a:gd name="connsiteY82" fmla="*/ 140476 h 639169"/>
              <a:gd name="connsiteX83" fmla="*/ 1000291 w 1286171"/>
              <a:gd name="connsiteY83" fmla="*/ 140471 h 639169"/>
              <a:gd name="connsiteX84" fmla="*/ 972918 w 1286171"/>
              <a:gd name="connsiteY84" fmla="*/ 134940 h 639169"/>
              <a:gd name="connsiteX85" fmla="*/ 972918 w 1286171"/>
              <a:gd name="connsiteY85" fmla="*/ 134934 h 639169"/>
              <a:gd name="connsiteX86" fmla="*/ 972918 w 1286171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171" h="639169">
                <a:moveTo>
                  <a:pt x="964990" y="0"/>
                </a:moveTo>
                <a:cubicBezTo>
                  <a:pt x="1142454" y="0"/>
                  <a:pt x="1286172" y="142456"/>
                  <a:pt x="1286172" y="318506"/>
                </a:cubicBezTo>
                <a:lnTo>
                  <a:pt x="1286065" y="326735"/>
                </a:lnTo>
                <a:cubicBezTo>
                  <a:pt x="1281833" y="492309"/>
                  <a:pt x="1150329" y="626348"/>
                  <a:pt x="985078" y="636470"/>
                </a:cubicBezTo>
                <a:lnTo>
                  <a:pt x="985078" y="637224"/>
                </a:lnTo>
                <a:lnTo>
                  <a:pt x="964990" y="637224"/>
                </a:lnTo>
                <a:cubicBezTo>
                  <a:pt x="902319" y="637224"/>
                  <a:pt x="836432" y="600189"/>
                  <a:pt x="778688" y="555332"/>
                </a:cubicBezTo>
                <a:cubicBezTo>
                  <a:pt x="727478" y="515517"/>
                  <a:pt x="679913" y="467264"/>
                  <a:pt x="642738" y="425876"/>
                </a:cubicBezTo>
                <a:cubicBezTo>
                  <a:pt x="605670" y="467315"/>
                  <a:pt x="558211" y="515993"/>
                  <a:pt x="507109" y="556230"/>
                </a:cubicBezTo>
                <a:cubicBezTo>
                  <a:pt x="451401" y="600125"/>
                  <a:pt x="387924" y="636810"/>
                  <a:pt x="327073" y="639063"/>
                </a:cubicBezTo>
                <a:lnTo>
                  <a:pt x="321181" y="639169"/>
                </a:lnTo>
                <a:cubicBezTo>
                  <a:pt x="146502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17" y="2055"/>
                  <a:pt x="321181" y="2055"/>
                </a:cubicBezTo>
                <a:lnTo>
                  <a:pt x="327073" y="2164"/>
                </a:lnTo>
                <a:cubicBezTo>
                  <a:pt x="387924" y="4378"/>
                  <a:pt x="451560" y="40473"/>
                  <a:pt x="507484" y="83917"/>
                </a:cubicBezTo>
                <a:cubicBezTo>
                  <a:pt x="558692" y="123714"/>
                  <a:pt x="606259" y="171944"/>
                  <a:pt x="643380" y="213314"/>
                </a:cubicBezTo>
                <a:cubicBezTo>
                  <a:pt x="680501" y="171874"/>
                  <a:pt x="728015" y="123205"/>
                  <a:pt x="779063" y="82962"/>
                </a:cubicBezTo>
                <a:cubicBezTo>
                  <a:pt x="836593" y="37644"/>
                  <a:pt x="902372" y="1"/>
                  <a:pt x="964990" y="0"/>
                </a:cubicBezTo>
                <a:close/>
                <a:moveTo>
                  <a:pt x="1145132" y="557856"/>
                </a:moveTo>
                <a:lnTo>
                  <a:pt x="1145132" y="557862"/>
                </a:lnTo>
                <a:lnTo>
                  <a:pt x="1145132" y="557856"/>
                </a:lnTo>
                <a:close/>
                <a:moveTo>
                  <a:pt x="1172719" y="534732"/>
                </a:moveTo>
                <a:cubicBezTo>
                  <a:pt x="1170951" y="536379"/>
                  <a:pt x="1169185" y="538005"/>
                  <a:pt x="1167416" y="539615"/>
                </a:cubicBezTo>
                <a:cubicBezTo>
                  <a:pt x="1169185" y="538005"/>
                  <a:pt x="1170951" y="536379"/>
                  <a:pt x="1172719" y="534732"/>
                </a:cubicBezTo>
                <a:close/>
                <a:moveTo>
                  <a:pt x="79866" y="499243"/>
                </a:moveTo>
                <a:lnTo>
                  <a:pt x="79866" y="499238"/>
                </a:lnTo>
                <a:lnTo>
                  <a:pt x="79866" y="499243"/>
                </a:lnTo>
                <a:close/>
                <a:moveTo>
                  <a:pt x="336983" y="155327"/>
                </a:moveTo>
                <a:cubicBezTo>
                  <a:pt x="245011" y="155328"/>
                  <a:pt x="170446" y="229309"/>
                  <a:pt x="170446" y="320560"/>
                </a:cubicBezTo>
                <a:lnTo>
                  <a:pt x="170500" y="324826"/>
                </a:lnTo>
                <a:cubicBezTo>
                  <a:pt x="172804" y="414102"/>
                  <a:pt x="246457" y="485778"/>
                  <a:pt x="336983" y="485778"/>
                </a:cubicBezTo>
                <a:lnTo>
                  <a:pt x="340786" y="485674"/>
                </a:lnTo>
                <a:cubicBezTo>
                  <a:pt x="360017" y="484608"/>
                  <a:pt x="382461" y="475581"/>
                  <a:pt x="406672" y="460160"/>
                </a:cubicBezTo>
                <a:cubicBezTo>
                  <a:pt x="432116" y="443941"/>
                  <a:pt x="457506" y="421967"/>
                  <a:pt x="480326" y="399423"/>
                </a:cubicBezTo>
                <a:cubicBezTo>
                  <a:pt x="511822" y="368259"/>
                  <a:pt x="537427" y="336961"/>
                  <a:pt x="550230" y="320560"/>
                </a:cubicBezTo>
                <a:cubicBezTo>
                  <a:pt x="546747" y="316119"/>
                  <a:pt x="542355" y="310575"/>
                  <a:pt x="537158" y="304252"/>
                </a:cubicBezTo>
                <a:cubicBezTo>
                  <a:pt x="523125" y="287236"/>
                  <a:pt x="503467" y="264623"/>
                  <a:pt x="480701" y="242087"/>
                </a:cubicBezTo>
                <a:cubicBezTo>
                  <a:pt x="457882" y="219475"/>
                  <a:pt x="432438" y="197398"/>
                  <a:pt x="406887" y="181096"/>
                </a:cubicBezTo>
                <a:cubicBezTo>
                  <a:pt x="382621" y="165596"/>
                  <a:pt x="360124" y="156512"/>
                  <a:pt x="340840" y="155436"/>
                </a:cubicBezTo>
                <a:lnTo>
                  <a:pt x="336983" y="155327"/>
                </a:lnTo>
                <a:close/>
                <a:moveTo>
                  <a:pt x="949189" y="153392"/>
                </a:moveTo>
                <a:cubicBezTo>
                  <a:pt x="929102" y="153392"/>
                  <a:pt x="905319" y="162575"/>
                  <a:pt x="879446" y="179041"/>
                </a:cubicBezTo>
                <a:cubicBezTo>
                  <a:pt x="854002" y="195276"/>
                  <a:pt x="828612" y="217272"/>
                  <a:pt x="805793" y="239830"/>
                </a:cubicBezTo>
                <a:cubicBezTo>
                  <a:pt x="783081" y="262311"/>
                  <a:pt x="763369" y="284899"/>
                  <a:pt x="749280" y="301952"/>
                </a:cubicBezTo>
                <a:cubicBezTo>
                  <a:pt x="743977" y="308428"/>
                  <a:pt x="739477" y="314092"/>
                  <a:pt x="735889" y="318615"/>
                </a:cubicBezTo>
                <a:cubicBezTo>
                  <a:pt x="748744" y="334984"/>
                  <a:pt x="774241" y="366201"/>
                  <a:pt x="805685" y="397316"/>
                </a:cubicBezTo>
                <a:cubicBezTo>
                  <a:pt x="828504" y="419889"/>
                  <a:pt x="853895" y="441913"/>
                  <a:pt x="879392" y="458168"/>
                </a:cubicBezTo>
                <a:cubicBezTo>
                  <a:pt x="905265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464" y="481522"/>
                  <a:pt x="1115725" y="408439"/>
                  <a:pt x="1115725" y="318615"/>
                </a:cubicBezTo>
                <a:cubicBezTo>
                  <a:pt x="1115725" y="228790"/>
                  <a:pt x="1043464" y="155712"/>
                  <a:pt x="953474" y="153449"/>
                </a:cubicBezTo>
                <a:lnTo>
                  <a:pt x="949189" y="153392"/>
                </a:lnTo>
                <a:close/>
                <a:moveTo>
                  <a:pt x="412404" y="480111"/>
                </a:moveTo>
                <a:cubicBezTo>
                  <a:pt x="411065" y="480938"/>
                  <a:pt x="409726" y="481739"/>
                  <a:pt x="408333" y="482535"/>
                </a:cubicBezTo>
                <a:cubicBezTo>
                  <a:pt x="411386" y="480745"/>
                  <a:pt x="414493" y="478886"/>
                  <a:pt x="417546" y="476941"/>
                </a:cubicBezTo>
                <a:lnTo>
                  <a:pt x="412404" y="480111"/>
                </a:lnTo>
                <a:close/>
                <a:moveTo>
                  <a:pt x="700642" y="458250"/>
                </a:moveTo>
                <a:cubicBezTo>
                  <a:pt x="706803" y="464470"/>
                  <a:pt x="713070" y="470710"/>
                  <a:pt x="719497" y="476931"/>
                </a:cubicBezTo>
                <a:cubicBezTo>
                  <a:pt x="713070" y="470710"/>
                  <a:pt x="706803" y="464470"/>
                  <a:pt x="700642" y="458250"/>
                </a:cubicBezTo>
                <a:close/>
                <a:moveTo>
                  <a:pt x="32567" y="405842"/>
                </a:moveTo>
                <a:lnTo>
                  <a:pt x="32567" y="405847"/>
                </a:lnTo>
                <a:lnTo>
                  <a:pt x="32567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36" y="194115"/>
                </a:moveTo>
                <a:lnTo>
                  <a:pt x="1087336" y="194110"/>
                </a:lnTo>
                <a:lnTo>
                  <a:pt x="1087336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488" y="143709"/>
                </a:moveTo>
                <a:lnTo>
                  <a:pt x="281488" y="143715"/>
                </a:lnTo>
                <a:lnTo>
                  <a:pt x="281488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18" y="134940"/>
                </a:moveTo>
                <a:lnTo>
                  <a:pt x="972918" y="134934"/>
                </a:lnTo>
                <a:lnTo>
                  <a:pt x="972918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8" name="Полилиния 47">
            <a:extLst>
              <a:ext uri="{FF2B5EF4-FFF2-40B4-BE49-F238E27FC236}">
                <a16:creationId xmlns:a16="http://schemas.microsoft.com/office/drawing/2014/main" id="{B8A825C2-3235-C8A2-4E5C-A2CD7335CE41}"/>
              </a:ext>
            </a:extLst>
          </p:cNvPr>
          <p:cNvSpPr/>
          <p:nvPr userDrawn="1"/>
        </p:nvSpPr>
        <p:spPr>
          <a:xfrm>
            <a:off x="9274499" y="1429809"/>
            <a:ext cx="803453" cy="814816"/>
          </a:xfrm>
          <a:custGeom>
            <a:avLst/>
            <a:gdLst>
              <a:gd name="connsiteX0" fmla="*/ 313039 w 628275"/>
              <a:gd name="connsiteY0" fmla="*/ 565014 h 637161"/>
              <a:gd name="connsiteX1" fmla="*/ 628222 w 628275"/>
              <a:gd name="connsiteY1" fmla="*/ 350034 h 637161"/>
              <a:gd name="connsiteX2" fmla="*/ 628275 w 628275"/>
              <a:gd name="connsiteY2" fmla="*/ 350039 h 637161"/>
              <a:gd name="connsiteX3" fmla="*/ 628275 w 628275"/>
              <a:gd name="connsiteY3" fmla="*/ 637162 h 637161"/>
              <a:gd name="connsiteX4" fmla="*/ 296809 w 628275"/>
              <a:gd name="connsiteY4" fmla="*/ 637162 h 637161"/>
              <a:gd name="connsiteX5" fmla="*/ 296862 w 628275"/>
              <a:gd name="connsiteY5" fmla="*/ 637119 h 637161"/>
              <a:gd name="connsiteX6" fmla="*/ 0 w 628275"/>
              <a:gd name="connsiteY6" fmla="*/ 637119 h 637161"/>
              <a:gd name="connsiteX7" fmla="*/ 0 w 628275"/>
              <a:gd name="connsiteY7" fmla="*/ 0 h 637161"/>
              <a:gd name="connsiteX8" fmla="*/ 313039 w 628275"/>
              <a:gd name="connsiteY8" fmla="*/ 0 h 637161"/>
              <a:gd name="connsiteX9" fmla="*/ 313039 w 628275"/>
              <a:gd name="connsiteY9" fmla="*/ 565014 h 637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28275" h="637161">
                <a:moveTo>
                  <a:pt x="313039" y="565014"/>
                </a:moveTo>
                <a:cubicBezTo>
                  <a:pt x="357714" y="439982"/>
                  <a:pt x="481933" y="350036"/>
                  <a:pt x="628222" y="350034"/>
                </a:cubicBezTo>
                <a:cubicBezTo>
                  <a:pt x="628222" y="350034"/>
                  <a:pt x="628275" y="350038"/>
                  <a:pt x="628275" y="350039"/>
                </a:cubicBezTo>
                <a:lnTo>
                  <a:pt x="628275" y="637162"/>
                </a:lnTo>
                <a:lnTo>
                  <a:pt x="296809" y="637162"/>
                </a:lnTo>
                <a:cubicBezTo>
                  <a:pt x="296809" y="637146"/>
                  <a:pt x="296809" y="637135"/>
                  <a:pt x="296862" y="637119"/>
                </a:cubicBezTo>
                <a:lnTo>
                  <a:pt x="0" y="637119"/>
                </a:lnTo>
                <a:lnTo>
                  <a:pt x="0" y="0"/>
                </a:lnTo>
                <a:lnTo>
                  <a:pt x="313039" y="0"/>
                </a:lnTo>
                <a:lnTo>
                  <a:pt x="313039" y="565014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9" name="Полилиния 48">
            <a:extLst>
              <a:ext uri="{FF2B5EF4-FFF2-40B4-BE49-F238E27FC236}">
                <a16:creationId xmlns:a16="http://schemas.microsoft.com/office/drawing/2014/main" id="{AAA2E5FA-D2D1-6DE0-0FB2-50EEB9146011}"/>
              </a:ext>
            </a:extLst>
          </p:cNvPr>
          <p:cNvSpPr/>
          <p:nvPr userDrawn="1"/>
        </p:nvSpPr>
        <p:spPr>
          <a:xfrm>
            <a:off x="10336066" y="1429831"/>
            <a:ext cx="607398" cy="814775"/>
          </a:xfrm>
          <a:custGeom>
            <a:avLst/>
            <a:gdLst>
              <a:gd name="connsiteX0" fmla="*/ 0 w 474966"/>
              <a:gd name="connsiteY0" fmla="*/ 0 h 637129"/>
              <a:gd name="connsiteX1" fmla="*/ 474966 w 474966"/>
              <a:gd name="connsiteY1" fmla="*/ 0 h 637129"/>
              <a:gd name="connsiteX2" fmla="*/ 474966 w 474966"/>
              <a:gd name="connsiteY2" fmla="*/ 637129 h 637129"/>
              <a:gd name="connsiteX3" fmla="*/ 0 w 474966"/>
              <a:gd name="connsiteY3" fmla="*/ 637129 h 637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966" h="637129">
                <a:moveTo>
                  <a:pt x="0" y="0"/>
                </a:moveTo>
                <a:lnTo>
                  <a:pt x="474966" y="0"/>
                </a:lnTo>
                <a:lnTo>
                  <a:pt x="474966" y="637129"/>
                </a:lnTo>
                <a:lnTo>
                  <a:pt x="0" y="637129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50" name="Полилиния 49">
            <a:extLst>
              <a:ext uri="{FF2B5EF4-FFF2-40B4-BE49-F238E27FC236}">
                <a16:creationId xmlns:a16="http://schemas.microsoft.com/office/drawing/2014/main" id="{DF8FBF4F-20D4-2A87-C3DF-A623132EDCB0}"/>
              </a:ext>
            </a:extLst>
          </p:cNvPr>
          <p:cNvSpPr/>
          <p:nvPr userDrawn="1"/>
        </p:nvSpPr>
        <p:spPr>
          <a:xfrm>
            <a:off x="11201513" y="1429829"/>
            <a:ext cx="800712" cy="814777"/>
          </a:xfrm>
          <a:custGeom>
            <a:avLst/>
            <a:gdLst>
              <a:gd name="connsiteX0" fmla="*/ 626132 w 626132"/>
              <a:gd name="connsiteY0" fmla="*/ 637130 h 637130"/>
              <a:gd name="connsiteX1" fmla="*/ 0 w 626132"/>
              <a:gd name="connsiteY1" fmla="*/ 637130 h 637130"/>
              <a:gd name="connsiteX2" fmla="*/ 0 w 626132"/>
              <a:gd name="connsiteY2" fmla="*/ 0 h 637130"/>
              <a:gd name="connsiteX3" fmla="*/ 313093 w 626132"/>
              <a:gd name="connsiteY3" fmla="*/ 318573 h 637130"/>
              <a:gd name="connsiteX4" fmla="*/ 626132 w 626132"/>
              <a:gd name="connsiteY4" fmla="*/ 0 h 637130"/>
              <a:gd name="connsiteX5" fmla="*/ 626132 w 626132"/>
              <a:gd name="connsiteY5" fmla="*/ 637130 h 637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6132" h="637130">
                <a:moveTo>
                  <a:pt x="626132" y="637130"/>
                </a:moveTo>
                <a:lnTo>
                  <a:pt x="0" y="637130"/>
                </a:lnTo>
                <a:lnTo>
                  <a:pt x="0" y="0"/>
                </a:lnTo>
                <a:lnTo>
                  <a:pt x="313093" y="318573"/>
                </a:lnTo>
                <a:lnTo>
                  <a:pt x="626132" y="0"/>
                </a:lnTo>
                <a:lnTo>
                  <a:pt x="626132" y="6371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57" name="Полилиния 56">
            <a:extLst>
              <a:ext uri="{FF2B5EF4-FFF2-40B4-BE49-F238E27FC236}">
                <a16:creationId xmlns:a16="http://schemas.microsoft.com/office/drawing/2014/main" id="{ED7CDC0A-88AB-9150-78E9-8360286E9BCB}"/>
              </a:ext>
            </a:extLst>
          </p:cNvPr>
          <p:cNvSpPr/>
          <p:nvPr userDrawn="1"/>
        </p:nvSpPr>
        <p:spPr>
          <a:xfrm>
            <a:off x="6125307" y="2551363"/>
            <a:ext cx="821352" cy="821598"/>
          </a:xfrm>
          <a:custGeom>
            <a:avLst/>
            <a:gdLst>
              <a:gd name="connsiteX0" fmla="*/ 337367 w 642272"/>
              <a:gd name="connsiteY0" fmla="*/ 62958 h 642464"/>
              <a:gd name="connsiteX1" fmla="*/ 590680 w 642272"/>
              <a:gd name="connsiteY1" fmla="*/ 62958 h 642464"/>
              <a:gd name="connsiteX2" fmla="*/ 591698 w 642272"/>
              <a:gd name="connsiteY2" fmla="*/ 366139 h 642464"/>
              <a:gd name="connsiteX3" fmla="*/ 321137 w 642272"/>
              <a:gd name="connsiteY3" fmla="*/ 642464 h 642464"/>
              <a:gd name="connsiteX4" fmla="*/ 50575 w 642272"/>
              <a:gd name="connsiteY4" fmla="*/ 366150 h 642464"/>
              <a:gd name="connsiteX5" fmla="*/ 51592 w 642272"/>
              <a:gd name="connsiteY5" fmla="*/ 62958 h 642464"/>
              <a:gd name="connsiteX6" fmla="*/ 304906 w 642272"/>
              <a:gd name="connsiteY6" fmla="*/ 62958 h 642464"/>
              <a:gd name="connsiteX7" fmla="*/ 321137 w 642272"/>
              <a:gd name="connsiteY7" fmla="*/ 82441 h 642464"/>
              <a:gd name="connsiteX8" fmla="*/ 337367 w 642272"/>
              <a:gd name="connsiteY8" fmla="*/ 62958 h 642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2272" h="642464">
                <a:moveTo>
                  <a:pt x="337367" y="62958"/>
                </a:moveTo>
                <a:cubicBezTo>
                  <a:pt x="407163" y="-20975"/>
                  <a:pt x="520831" y="-20975"/>
                  <a:pt x="590680" y="62958"/>
                </a:cubicBezTo>
                <a:cubicBezTo>
                  <a:pt x="659084" y="145186"/>
                  <a:pt x="659513" y="275527"/>
                  <a:pt x="591698" y="366139"/>
                </a:cubicBezTo>
                <a:cubicBezTo>
                  <a:pt x="523883" y="456751"/>
                  <a:pt x="321137" y="642464"/>
                  <a:pt x="321137" y="642464"/>
                </a:cubicBezTo>
                <a:cubicBezTo>
                  <a:pt x="321137" y="642464"/>
                  <a:pt x="118389" y="456774"/>
                  <a:pt x="50575" y="366150"/>
                </a:cubicBezTo>
                <a:cubicBezTo>
                  <a:pt x="-17240" y="275526"/>
                  <a:pt x="-16811" y="145186"/>
                  <a:pt x="51592" y="62958"/>
                </a:cubicBezTo>
                <a:cubicBezTo>
                  <a:pt x="121443" y="-20986"/>
                  <a:pt x="235109" y="-20986"/>
                  <a:pt x="304906" y="62958"/>
                </a:cubicBezTo>
                <a:lnTo>
                  <a:pt x="321137" y="82441"/>
                </a:lnTo>
                <a:lnTo>
                  <a:pt x="337367" y="62958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58" name="Полилиния 57">
            <a:extLst>
              <a:ext uri="{FF2B5EF4-FFF2-40B4-BE49-F238E27FC236}">
                <a16:creationId xmlns:a16="http://schemas.microsoft.com/office/drawing/2014/main" id="{D1E8AAAD-C779-143D-828B-22B2113D0953}"/>
              </a:ext>
            </a:extLst>
          </p:cNvPr>
          <p:cNvSpPr/>
          <p:nvPr userDrawn="1"/>
        </p:nvSpPr>
        <p:spPr>
          <a:xfrm>
            <a:off x="7204763" y="2565055"/>
            <a:ext cx="774065" cy="794226"/>
          </a:xfrm>
          <a:custGeom>
            <a:avLst/>
            <a:gdLst>
              <a:gd name="connsiteX0" fmla="*/ 605295 w 605295"/>
              <a:gd name="connsiteY0" fmla="*/ 310530 h 621060"/>
              <a:gd name="connsiteX1" fmla="*/ 276562 w 605295"/>
              <a:gd name="connsiteY1" fmla="*/ 621061 h 621060"/>
              <a:gd name="connsiteX2" fmla="*/ 276562 w 605295"/>
              <a:gd name="connsiteY2" fmla="*/ 464752 h 621060"/>
              <a:gd name="connsiteX3" fmla="*/ 0 w 605295"/>
              <a:gd name="connsiteY3" fmla="*/ 464752 h 621060"/>
              <a:gd name="connsiteX4" fmla="*/ 0 w 605295"/>
              <a:gd name="connsiteY4" fmla="*/ 155296 h 621060"/>
              <a:gd name="connsiteX5" fmla="*/ 276562 w 605295"/>
              <a:gd name="connsiteY5" fmla="*/ 155296 h 621060"/>
              <a:gd name="connsiteX6" fmla="*/ 276562 w 605295"/>
              <a:gd name="connsiteY6" fmla="*/ 0 h 621060"/>
              <a:gd name="connsiteX7" fmla="*/ 605295 w 605295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95" h="621060">
                <a:moveTo>
                  <a:pt x="605295" y="310530"/>
                </a:moveTo>
                <a:lnTo>
                  <a:pt x="276562" y="621061"/>
                </a:lnTo>
                <a:lnTo>
                  <a:pt x="276562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2" y="155296"/>
                </a:lnTo>
                <a:lnTo>
                  <a:pt x="276562" y="0"/>
                </a:lnTo>
                <a:lnTo>
                  <a:pt x="605295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59" name="Полилиния 58">
            <a:extLst>
              <a:ext uri="{FF2B5EF4-FFF2-40B4-BE49-F238E27FC236}">
                <a16:creationId xmlns:a16="http://schemas.microsoft.com/office/drawing/2014/main" id="{8FCE0B0E-5D5E-C054-F5DF-0C799D1D2ACD}"/>
              </a:ext>
            </a:extLst>
          </p:cNvPr>
          <p:cNvSpPr/>
          <p:nvPr userDrawn="1"/>
        </p:nvSpPr>
        <p:spPr>
          <a:xfrm>
            <a:off x="8236874" y="2552818"/>
            <a:ext cx="825373" cy="818700"/>
          </a:xfrm>
          <a:custGeom>
            <a:avLst/>
            <a:gdLst>
              <a:gd name="connsiteX0" fmla="*/ 322735 w 645416"/>
              <a:gd name="connsiteY0" fmla="*/ 0 h 640198"/>
              <a:gd name="connsiteX1" fmla="*/ 645416 w 645416"/>
              <a:gd name="connsiteY1" fmla="*/ 320099 h 640198"/>
              <a:gd name="connsiteX2" fmla="*/ 322735 w 645416"/>
              <a:gd name="connsiteY2" fmla="*/ 640199 h 640198"/>
              <a:gd name="connsiteX3" fmla="*/ 0 w 645416"/>
              <a:gd name="connsiteY3" fmla="*/ 320099 h 640198"/>
              <a:gd name="connsiteX4" fmla="*/ 322735 w 645416"/>
              <a:gd name="connsiteY4" fmla="*/ 0 h 640198"/>
              <a:gd name="connsiteX5" fmla="*/ 457775 w 645416"/>
              <a:gd name="connsiteY5" fmla="*/ 371132 h 640198"/>
              <a:gd name="connsiteX6" fmla="*/ 454024 w 645416"/>
              <a:gd name="connsiteY6" fmla="*/ 379777 h 640198"/>
              <a:gd name="connsiteX7" fmla="*/ 434526 w 645416"/>
              <a:gd name="connsiteY7" fmla="*/ 408426 h 640198"/>
              <a:gd name="connsiteX8" fmla="*/ 325948 w 645416"/>
              <a:gd name="connsiteY8" fmla="*/ 451583 h 640198"/>
              <a:gd name="connsiteX9" fmla="*/ 213031 w 645416"/>
              <a:gd name="connsiteY9" fmla="*/ 410439 h 640198"/>
              <a:gd name="connsiteX10" fmla="*/ 187801 w 645416"/>
              <a:gd name="connsiteY10" fmla="*/ 382636 h 640198"/>
              <a:gd name="connsiteX11" fmla="*/ 182284 w 645416"/>
              <a:gd name="connsiteY11" fmla="*/ 374184 h 640198"/>
              <a:gd name="connsiteX12" fmla="*/ 181213 w 645416"/>
              <a:gd name="connsiteY12" fmla="*/ 372321 h 640198"/>
              <a:gd name="connsiteX13" fmla="*/ 181213 w 645416"/>
              <a:gd name="connsiteY13" fmla="*/ 372295 h 640198"/>
              <a:gd name="connsiteX14" fmla="*/ 181213 w 645416"/>
              <a:gd name="connsiteY14" fmla="*/ 372362 h 640198"/>
              <a:gd name="connsiteX15" fmla="*/ 181266 w 645416"/>
              <a:gd name="connsiteY15" fmla="*/ 372393 h 640198"/>
              <a:gd name="connsiteX16" fmla="*/ 177142 w 645416"/>
              <a:gd name="connsiteY16" fmla="*/ 374889 h 640198"/>
              <a:gd name="connsiteX17" fmla="*/ 119934 w 645416"/>
              <a:gd name="connsiteY17" fmla="*/ 409500 h 640198"/>
              <a:gd name="connsiteX18" fmla="*/ 115863 w 645416"/>
              <a:gd name="connsiteY18" fmla="*/ 411996 h 640198"/>
              <a:gd name="connsiteX19" fmla="*/ 115863 w 645416"/>
              <a:gd name="connsiteY19" fmla="*/ 412042 h 640198"/>
              <a:gd name="connsiteX20" fmla="*/ 115916 w 645416"/>
              <a:gd name="connsiteY20" fmla="*/ 412131 h 640198"/>
              <a:gd name="connsiteX21" fmla="*/ 116023 w 645416"/>
              <a:gd name="connsiteY21" fmla="*/ 412333 h 640198"/>
              <a:gd name="connsiteX22" fmla="*/ 116292 w 645416"/>
              <a:gd name="connsiteY22" fmla="*/ 412857 h 640198"/>
              <a:gd name="connsiteX23" fmla="*/ 117094 w 645416"/>
              <a:gd name="connsiteY23" fmla="*/ 414326 h 640198"/>
              <a:gd name="connsiteX24" fmla="*/ 119666 w 645416"/>
              <a:gd name="connsiteY24" fmla="*/ 418829 h 640198"/>
              <a:gd name="connsiteX25" fmla="*/ 128986 w 645416"/>
              <a:gd name="connsiteY25" fmla="*/ 433110 h 640198"/>
              <a:gd name="connsiteX26" fmla="*/ 166268 w 645416"/>
              <a:gd name="connsiteY26" fmla="*/ 474295 h 640198"/>
              <a:gd name="connsiteX27" fmla="*/ 325948 w 645416"/>
              <a:gd name="connsiteY27" fmla="*/ 533493 h 640198"/>
              <a:gd name="connsiteX28" fmla="*/ 487610 w 645416"/>
              <a:gd name="connsiteY28" fmla="*/ 466065 h 640198"/>
              <a:gd name="connsiteX29" fmla="*/ 519749 w 645416"/>
              <a:gd name="connsiteY29" fmla="*/ 418690 h 640198"/>
              <a:gd name="connsiteX30" fmla="*/ 526874 w 645416"/>
              <a:gd name="connsiteY30" fmla="*/ 402282 h 640198"/>
              <a:gd name="connsiteX31" fmla="*/ 528696 w 645416"/>
              <a:gd name="connsiteY31" fmla="*/ 397057 h 640198"/>
              <a:gd name="connsiteX32" fmla="*/ 529284 w 645416"/>
              <a:gd name="connsiteY32" fmla="*/ 395334 h 640198"/>
              <a:gd name="connsiteX33" fmla="*/ 529445 w 645416"/>
              <a:gd name="connsiteY33" fmla="*/ 394706 h 640198"/>
              <a:gd name="connsiteX34" fmla="*/ 529552 w 645416"/>
              <a:gd name="connsiteY34" fmla="*/ 394457 h 640198"/>
              <a:gd name="connsiteX35" fmla="*/ 529552 w 645416"/>
              <a:gd name="connsiteY35" fmla="*/ 394348 h 640198"/>
              <a:gd name="connsiteX36" fmla="*/ 529552 w 645416"/>
              <a:gd name="connsiteY36" fmla="*/ 394296 h 640198"/>
              <a:gd name="connsiteX37" fmla="*/ 525160 w 645416"/>
              <a:gd name="connsiteY37" fmla="*/ 392729 h 640198"/>
              <a:gd name="connsiteX38" fmla="*/ 462809 w 645416"/>
              <a:gd name="connsiteY38" fmla="*/ 371184 h 640198"/>
              <a:gd name="connsiteX39" fmla="*/ 458363 w 645416"/>
              <a:gd name="connsiteY39" fmla="*/ 369617 h 640198"/>
              <a:gd name="connsiteX40" fmla="*/ 458363 w 645416"/>
              <a:gd name="connsiteY40" fmla="*/ 369576 h 640198"/>
              <a:gd name="connsiteX41" fmla="*/ 458417 w 645416"/>
              <a:gd name="connsiteY41" fmla="*/ 369493 h 640198"/>
              <a:gd name="connsiteX42" fmla="*/ 458417 w 645416"/>
              <a:gd name="connsiteY42" fmla="*/ 369363 h 640198"/>
              <a:gd name="connsiteX43" fmla="*/ 458417 w 645416"/>
              <a:gd name="connsiteY43" fmla="*/ 369337 h 640198"/>
              <a:gd name="connsiteX44" fmla="*/ 457775 w 645416"/>
              <a:gd name="connsiteY44" fmla="*/ 371132 h 64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45416" h="640198">
                <a:moveTo>
                  <a:pt x="322735" y="0"/>
                </a:moveTo>
                <a:cubicBezTo>
                  <a:pt x="500948" y="0"/>
                  <a:pt x="645416" y="143313"/>
                  <a:pt x="645416" y="320099"/>
                </a:cubicBezTo>
                <a:cubicBezTo>
                  <a:pt x="645416" y="496885"/>
                  <a:pt x="500948" y="640199"/>
                  <a:pt x="322735" y="640199"/>
                </a:cubicBezTo>
                <a:cubicBezTo>
                  <a:pt x="144521" y="640194"/>
                  <a:pt x="0" y="496884"/>
                  <a:pt x="0" y="320099"/>
                </a:cubicBezTo>
                <a:cubicBezTo>
                  <a:pt x="52" y="143313"/>
                  <a:pt x="144521" y="1"/>
                  <a:pt x="322735" y="0"/>
                </a:cubicBezTo>
                <a:close/>
                <a:moveTo>
                  <a:pt x="457775" y="371132"/>
                </a:moveTo>
                <a:cubicBezTo>
                  <a:pt x="457131" y="372973"/>
                  <a:pt x="455899" y="375984"/>
                  <a:pt x="454024" y="379777"/>
                </a:cubicBezTo>
                <a:cubicBezTo>
                  <a:pt x="450275" y="387406"/>
                  <a:pt x="444061" y="397891"/>
                  <a:pt x="434526" y="408426"/>
                </a:cubicBezTo>
                <a:cubicBezTo>
                  <a:pt x="416261" y="428663"/>
                  <a:pt x="383692" y="451583"/>
                  <a:pt x="325948" y="451583"/>
                </a:cubicBezTo>
                <a:cubicBezTo>
                  <a:pt x="272221" y="451583"/>
                  <a:pt x="235903" y="430606"/>
                  <a:pt x="213031" y="410439"/>
                </a:cubicBezTo>
                <a:cubicBezTo>
                  <a:pt x="201407" y="400201"/>
                  <a:pt x="193104" y="390025"/>
                  <a:pt x="187801" y="382636"/>
                </a:cubicBezTo>
                <a:cubicBezTo>
                  <a:pt x="185177" y="378959"/>
                  <a:pt x="183356" y="376020"/>
                  <a:pt x="182284" y="374184"/>
                </a:cubicBezTo>
                <a:cubicBezTo>
                  <a:pt x="181749" y="373268"/>
                  <a:pt x="181374" y="372630"/>
                  <a:pt x="181213" y="372321"/>
                </a:cubicBezTo>
                <a:lnTo>
                  <a:pt x="181213" y="372295"/>
                </a:lnTo>
                <a:cubicBezTo>
                  <a:pt x="181213" y="372314"/>
                  <a:pt x="181213" y="372340"/>
                  <a:pt x="181213" y="372362"/>
                </a:cubicBezTo>
                <a:cubicBezTo>
                  <a:pt x="181213" y="372373"/>
                  <a:pt x="181213" y="372388"/>
                  <a:pt x="181266" y="372393"/>
                </a:cubicBezTo>
                <a:cubicBezTo>
                  <a:pt x="181266" y="372402"/>
                  <a:pt x="181213" y="372443"/>
                  <a:pt x="177142" y="374889"/>
                </a:cubicBezTo>
                <a:lnTo>
                  <a:pt x="119934" y="409500"/>
                </a:lnTo>
                <a:cubicBezTo>
                  <a:pt x="116131" y="411816"/>
                  <a:pt x="115863" y="411977"/>
                  <a:pt x="115863" y="411996"/>
                </a:cubicBezTo>
                <a:cubicBezTo>
                  <a:pt x="115863" y="412003"/>
                  <a:pt x="115863" y="412029"/>
                  <a:pt x="115863" y="412042"/>
                </a:cubicBezTo>
                <a:cubicBezTo>
                  <a:pt x="115916" y="412070"/>
                  <a:pt x="115916" y="412100"/>
                  <a:pt x="115916" y="412131"/>
                </a:cubicBezTo>
                <a:cubicBezTo>
                  <a:pt x="115970" y="412192"/>
                  <a:pt x="116023" y="412260"/>
                  <a:pt x="116023" y="412333"/>
                </a:cubicBezTo>
                <a:cubicBezTo>
                  <a:pt x="116131" y="412482"/>
                  <a:pt x="116184" y="412660"/>
                  <a:pt x="116292" y="412857"/>
                </a:cubicBezTo>
                <a:cubicBezTo>
                  <a:pt x="116506" y="413253"/>
                  <a:pt x="116773" y="413745"/>
                  <a:pt x="117094" y="414326"/>
                </a:cubicBezTo>
                <a:cubicBezTo>
                  <a:pt x="117738" y="415486"/>
                  <a:pt x="118594" y="417004"/>
                  <a:pt x="119666" y="418829"/>
                </a:cubicBezTo>
                <a:cubicBezTo>
                  <a:pt x="121809" y="422480"/>
                  <a:pt x="124915" y="427383"/>
                  <a:pt x="128986" y="433110"/>
                </a:cubicBezTo>
                <a:cubicBezTo>
                  <a:pt x="137128" y="444535"/>
                  <a:pt x="149395" y="459449"/>
                  <a:pt x="166268" y="474295"/>
                </a:cubicBezTo>
                <a:cubicBezTo>
                  <a:pt x="200283" y="504297"/>
                  <a:pt x="252670" y="533493"/>
                  <a:pt x="325948" y="533493"/>
                </a:cubicBezTo>
                <a:cubicBezTo>
                  <a:pt x="404529" y="533493"/>
                  <a:pt x="455953" y="501117"/>
                  <a:pt x="487610" y="466065"/>
                </a:cubicBezTo>
                <a:cubicBezTo>
                  <a:pt x="503038" y="448957"/>
                  <a:pt x="513268" y="431794"/>
                  <a:pt x="519749" y="418690"/>
                </a:cubicBezTo>
                <a:cubicBezTo>
                  <a:pt x="522964" y="412118"/>
                  <a:pt x="525321" y="406489"/>
                  <a:pt x="526874" y="402282"/>
                </a:cubicBezTo>
                <a:cubicBezTo>
                  <a:pt x="527677" y="400176"/>
                  <a:pt x="528267" y="398412"/>
                  <a:pt x="528696" y="397057"/>
                </a:cubicBezTo>
                <a:cubicBezTo>
                  <a:pt x="528964" y="396381"/>
                  <a:pt x="529124" y="395803"/>
                  <a:pt x="529284" y="395334"/>
                </a:cubicBezTo>
                <a:cubicBezTo>
                  <a:pt x="529338" y="395099"/>
                  <a:pt x="529392" y="394887"/>
                  <a:pt x="529445" y="394706"/>
                </a:cubicBezTo>
                <a:cubicBezTo>
                  <a:pt x="529499" y="394617"/>
                  <a:pt x="529499" y="394533"/>
                  <a:pt x="529552" y="394457"/>
                </a:cubicBezTo>
                <a:cubicBezTo>
                  <a:pt x="529552" y="394420"/>
                  <a:pt x="529552" y="394382"/>
                  <a:pt x="529552" y="394348"/>
                </a:cubicBezTo>
                <a:cubicBezTo>
                  <a:pt x="529552" y="394331"/>
                  <a:pt x="529552" y="394305"/>
                  <a:pt x="529552" y="394296"/>
                </a:cubicBezTo>
                <a:cubicBezTo>
                  <a:pt x="529552" y="394280"/>
                  <a:pt x="529338" y="394191"/>
                  <a:pt x="525160" y="392729"/>
                </a:cubicBezTo>
                <a:lnTo>
                  <a:pt x="462809" y="371184"/>
                </a:lnTo>
                <a:cubicBezTo>
                  <a:pt x="458363" y="369639"/>
                  <a:pt x="458363" y="369628"/>
                  <a:pt x="458363" y="369617"/>
                </a:cubicBezTo>
                <a:cubicBezTo>
                  <a:pt x="458363" y="369609"/>
                  <a:pt x="458363" y="369589"/>
                  <a:pt x="458363" y="369576"/>
                </a:cubicBezTo>
                <a:cubicBezTo>
                  <a:pt x="458363" y="369548"/>
                  <a:pt x="458363" y="369517"/>
                  <a:pt x="458417" y="369493"/>
                </a:cubicBezTo>
                <a:cubicBezTo>
                  <a:pt x="458417" y="369445"/>
                  <a:pt x="458417" y="369399"/>
                  <a:pt x="458417" y="369363"/>
                </a:cubicBezTo>
                <a:lnTo>
                  <a:pt x="458417" y="369337"/>
                </a:lnTo>
                <a:cubicBezTo>
                  <a:pt x="458363" y="369602"/>
                  <a:pt x="458149" y="370218"/>
                  <a:pt x="457775" y="371132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0" name="Полилиния 59">
            <a:extLst>
              <a:ext uri="{FF2B5EF4-FFF2-40B4-BE49-F238E27FC236}">
                <a16:creationId xmlns:a16="http://schemas.microsoft.com/office/drawing/2014/main" id="{BBF42A67-A4AF-C571-0E87-7B690FCF62F4}"/>
              </a:ext>
            </a:extLst>
          </p:cNvPr>
          <p:cNvSpPr/>
          <p:nvPr userDrawn="1"/>
        </p:nvSpPr>
        <p:spPr>
          <a:xfrm rot="5400000">
            <a:off x="9534311" y="233911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1" name="Полилиния 60">
            <a:extLst>
              <a:ext uri="{FF2B5EF4-FFF2-40B4-BE49-F238E27FC236}">
                <a16:creationId xmlns:a16="http://schemas.microsoft.com/office/drawing/2014/main" id="{18827D43-F7CC-842B-CE52-CE297463F98B}"/>
              </a:ext>
            </a:extLst>
          </p:cNvPr>
          <p:cNvSpPr/>
          <p:nvPr userDrawn="1"/>
        </p:nvSpPr>
        <p:spPr>
          <a:xfrm rot="5400000">
            <a:off x="9534311" y="2790999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2" name="Полилиния 61">
            <a:extLst>
              <a:ext uri="{FF2B5EF4-FFF2-40B4-BE49-F238E27FC236}">
                <a16:creationId xmlns:a16="http://schemas.microsoft.com/office/drawing/2014/main" id="{AEA31EE0-2696-FF64-5357-40266C8385EE}"/>
              </a:ext>
            </a:extLst>
          </p:cNvPr>
          <p:cNvSpPr/>
          <p:nvPr userDrawn="1"/>
        </p:nvSpPr>
        <p:spPr>
          <a:xfrm>
            <a:off x="10379120" y="2553476"/>
            <a:ext cx="1644786" cy="817384"/>
          </a:xfrm>
          <a:custGeom>
            <a:avLst/>
            <a:gdLst>
              <a:gd name="connsiteX0" fmla="*/ 964990 w 1286171"/>
              <a:gd name="connsiteY0" fmla="*/ 0 h 639169"/>
              <a:gd name="connsiteX1" fmla="*/ 1286172 w 1286171"/>
              <a:gd name="connsiteY1" fmla="*/ 318506 h 639169"/>
              <a:gd name="connsiteX2" fmla="*/ 1286065 w 1286171"/>
              <a:gd name="connsiteY2" fmla="*/ 326735 h 639169"/>
              <a:gd name="connsiteX3" fmla="*/ 985078 w 1286171"/>
              <a:gd name="connsiteY3" fmla="*/ 636470 h 639169"/>
              <a:gd name="connsiteX4" fmla="*/ 985078 w 1286171"/>
              <a:gd name="connsiteY4" fmla="*/ 637224 h 639169"/>
              <a:gd name="connsiteX5" fmla="*/ 964990 w 1286171"/>
              <a:gd name="connsiteY5" fmla="*/ 637224 h 639169"/>
              <a:gd name="connsiteX6" fmla="*/ 778688 w 1286171"/>
              <a:gd name="connsiteY6" fmla="*/ 555332 h 639169"/>
              <a:gd name="connsiteX7" fmla="*/ 642738 w 1286171"/>
              <a:gd name="connsiteY7" fmla="*/ 425876 h 639169"/>
              <a:gd name="connsiteX8" fmla="*/ 507109 w 1286171"/>
              <a:gd name="connsiteY8" fmla="*/ 556230 h 639169"/>
              <a:gd name="connsiteX9" fmla="*/ 327073 w 1286171"/>
              <a:gd name="connsiteY9" fmla="*/ 639063 h 639169"/>
              <a:gd name="connsiteX10" fmla="*/ 321181 w 1286171"/>
              <a:gd name="connsiteY10" fmla="*/ 639169 h 639169"/>
              <a:gd name="connsiteX11" fmla="*/ 107 w 1286171"/>
              <a:gd name="connsiteY11" fmla="*/ 328780 h 639169"/>
              <a:gd name="connsiteX12" fmla="*/ 0 w 1286171"/>
              <a:gd name="connsiteY12" fmla="*/ 320560 h 639169"/>
              <a:gd name="connsiteX13" fmla="*/ 321181 w 1286171"/>
              <a:gd name="connsiteY13" fmla="*/ 2055 h 639169"/>
              <a:gd name="connsiteX14" fmla="*/ 327073 w 1286171"/>
              <a:gd name="connsiteY14" fmla="*/ 2164 h 639169"/>
              <a:gd name="connsiteX15" fmla="*/ 507484 w 1286171"/>
              <a:gd name="connsiteY15" fmla="*/ 83917 h 639169"/>
              <a:gd name="connsiteX16" fmla="*/ 643380 w 1286171"/>
              <a:gd name="connsiteY16" fmla="*/ 213314 h 639169"/>
              <a:gd name="connsiteX17" fmla="*/ 779063 w 1286171"/>
              <a:gd name="connsiteY17" fmla="*/ 82962 h 639169"/>
              <a:gd name="connsiteX18" fmla="*/ 964990 w 1286171"/>
              <a:gd name="connsiteY18" fmla="*/ 0 h 639169"/>
              <a:gd name="connsiteX19" fmla="*/ 1145132 w 1286171"/>
              <a:gd name="connsiteY19" fmla="*/ 557856 h 639169"/>
              <a:gd name="connsiteX20" fmla="*/ 1145132 w 1286171"/>
              <a:gd name="connsiteY20" fmla="*/ 557862 h 639169"/>
              <a:gd name="connsiteX21" fmla="*/ 1145132 w 1286171"/>
              <a:gd name="connsiteY21" fmla="*/ 557856 h 639169"/>
              <a:gd name="connsiteX22" fmla="*/ 1172719 w 1286171"/>
              <a:gd name="connsiteY22" fmla="*/ 534732 h 639169"/>
              <a:gd name="connsiteX23" fmla="*/ 1167416 w 1286171"/>
              <a:gd name="connsiteY23" fmla="*/ 539615 h 639169"/>
              <a:gd name="connsiteX24" fmla="*/ 1172719 w 1286171"/>
              <a:gd name="connsiteY24" fmla="*/ 534732 h 639169"/>
              <a:gd name="connsiteX25" fmla="*/ 79866 w 1286171"/>
              <a:gd name="connsiteY25" fmla="*/ 499243 h 639169"/>
              <a:gd name="connsiteX26" fmla="*/ 79866 w 1286171"/>
              <a:gd name="connsiteY26" fmla="*/ 499238 h 639169"/>
              <a:gd name="connsiteX27" fmla="*/ 79866 w 1286171"/>
              <a:gd name="connsiteY27" fmla="*/ 499243 h 639169"/>
              <a:gd name="connsiteX28" fmla="*/ 336983 w 1286171"/>
              <a:gd name="connsiteY28" fmla="*/ 155327 h 639169"/>
              <a:gd name="connsiteX29" fmla="*/ 170446 w 1286171"/>
              <a:gd name="connsiteY29" fmla="*/ 320560 h 639169"/>
              <a:gd name="connsiteX30" fmla="*/ 170500 w 1286171"/>
              <a:gd name="connsiteY30" fmla="*/ 324826 h 639169"/>
              <a:gd name="connsiteX31" fmla="*/ 336983 w 1286171"/>
              <a:gd name="connsiteY31" fmla="*/ 485778 h 639169"/>
              <a:gd name="connsiteX32" fmla="*/ 340786 w 1286171"/>
              <a:gd name="connsiteY32" fmla="*/ 485674 h 639169"/>
              <a:gd name="connsiteX33" fmla="*/ 406672 w 1286171"/>
              <a:gd name="connsiteY33" fmla="*/ 460160 h 639169"/>
              <a:gd name="connsiteX34" fmla="*/ 480326 w 1286171"/>
              <a:gd name="connsiteY34" fmla="*/ 399423 h 639169"/>
              <a:gd name="connsiteX35" fmla="*/ 550230 w 1286171"/>
              <a:gd name="connsiteY35" fmla="*/ 320560 h 639169"/>
              <a:gd name="connsiteX36" fmla="*/ 537158 w 1286171"/>
              <a:gd name="connsiteY36" fmla="*/ 304252 h 639169"/>
              <a:gd name="connsiteX37" fmla="*/ 480701 w 1286171"/>
              <a:gd name="connsiteY37" fmla="*/ 242087 h 639169"/>
              <a:gd name="connsiteX38" fmla="*/ 406887 w 1286171"/>
              <a:gd name="connsiteY38" fmla="*/ 181096 h 639169"/>
              <a:gd name="connsiteX39" fmla="*/ 340840 w 1286171"/>
              <a:gd name="connsiteY39" fmla="*/ 155436 h 639169"/>
              <a:gd name="connsiteX40" fmla="*/ 336983 w 1286171"/>
              <a:gd name="connsiteY40" fmla="*/ 155327 h 639169"/>
              <a:gd name="connsiteX41" fmla="*/ 949189 w 1286171"/>
              <a:gd name="connsiteY41" fmla="*/ 153392 h 639169"/>
              <a:gd name="connsiteX42" fmla="*/ 879446 w 1286171"/>
              <a:gd name="connsiteY42" fmla="*/ 179041 h 639169"/>
              <a:gd name="connsiteX43" fmla="*/ 805793 w 1286171"/>
              <a:gd name="connsiteY43" fmla="*/ 239830 h 639169"/>
              <a:gd name="connsiteX44" fmla="*/ 749280 w 1286171"/>
              <a:gd name="connsiteY44" fmla="*/ 301952 h 639169"/>
              <a:gd name="connsiteX45" fmla="*/ 735889 w 1286171"/>
              <a:gd name="connsiteY45" fmla="*/ 318615 h 639169"/>
              <a:gd name="connsiteX46" fmla="*/ 805685 w 1286171"/>
              <a:gd name="connsiteY46" fmla="*/ 397316 h 639169"/>
              <a:gd name="connsiteX47" fmla="*/ 879392 w 1286171"/>
              <a:gd name="connsiteY47" fmla="*/ 458168 h 639169"/>
              <a:gd name="connsiteX48" fmla="*/ 949189 w 1286171"/>
              <a:gd name="connsiteY48" fmla="*/ 483843 h 639169"/>
              <a:gd name="connsiteX49" fmla="*/ 953474 w 1286171"/>
              <a:gd name="connsiteY49" fmla="*/ 483785 h 639169"/>
              <a:gd name="connsiteX50" fmla="*/ 1115725 w 1286171"/>
              <a:gd name="connsiteY50" fmla="*/ 318615 h 639169"/>
              <a:gd name="connsiteX51" fmla="*/ 953474 w 1286171"/>
              <a:gd name="connsiteY51" fmla="*/ 153449 h 639169"/>
              <a:gd name="connsiteX52" fmla="*/ 949189 w 1286171"/>
              <a:gd name="connsiteY52" fmla="*/ 153392 h 639169"/>
              <a:gd name="connsiteX53" fmla="*/ 412404 w 1286171"/>
              <a:gd name="connsiteY53" fmla="*/ 480111 h 639169"/>
              <a:gd name="connsiteX54" fmla="*/ 408333 w 1286171"/>
              <a:gd name="connsiteY54" fmla="*/ 482535 h 639169"/>
              <a:gd name="connsiteX55" fmla="*/ 417546 w 1286171"/>
              <a:gd name="connsiteY55" fmla="*/ 476941 h 639169"/>
              <a:gd name="connsiteX56" fmla="*/ 412404 w 1286171"/>
              <a:gd name="connsiteY56" fmla="*/ 480111 h 639169"/>
              <a:gd name="connsiteX57" fmla="*/ 700642 w 1286171"/>
              <a:gd name="connsiteY57" fmla="*/ 458250 h 639169"/>
              <a:gd name="connsiteX58" fmla="*/ 719497 w 1286171"/>
              <a:gd name="connsiteY58" fmla="*/ 476931 h 639169"/>
              <a:gd name="connsiteX59" fmla="*/ 700642 w 1286171"/>
              <a:gd name="connsiteY59" fmla="*/ 458250 h 639169"/>
              <a:gd name="connsiteX60" fmla="*/ 32567 w 1286171"/>
              <a:gd name="connsiteY60" fmla="*/ 405842 h 639169"/>
              <a:gd name="connsiteX61" fmla="*/ 32567 w 1286171"/>
              <a:gd name="connsiteY61" fmla="*/ 405847 h 639169"/>
              <a:gd name="connsiteX62" fmla="*/ 32567 w 1286171"/>
              <a:gd name="connsiteY62" fmla="*/ 405842 h 639169"/>
              <a:gd name="connsiteX63" fmla="*/ 534321 w 1286171"/>
              <a:gd name="connsiteY63" fmla="*/ 269958 h 639169"/>
              <a:gd name="connsiteX64" fmla="*/ 534321 w 1286171"/>
              <a:gd name="connsiteY64" fmla="*/ 269962 h 639169"/>
              <a:gd name="connsiteX65" fmla="*/ 534321 w 1286171"/>
              <a:gd name="connsiteY65" fmla="*/ 269958 h 639169"/>
              <a:gd name="connsiteX66" fmla="*/ 486004 w 1286171"/>
              <a:gd name="connsiteY66" fmla="*/ 219307 h 639169"/>
              <a:gd name="connsiteX67" fmla="*/ 486004 w 1286171"/>
              <a:gd name="connsiteY67" fmla="*/ 219303 h 639169"/>
              <a:gd name="connsiteX68" fmla="*/ 486004 w 1286171"/>
              <a:gd name="connsiteY68" fmla="*/ 219307 h 639169"/>
              <a:gd name="connsiteX69" fmla="*/ 1087336 w 1286171"/>
              <a:gd name="connsiteY69" fmla="*/ 194115 h 639169"/>
              <a:gd name="connsiteX70" fmla="*/ 1087336 w 1286171"/>
              <a:gd name="connsiteY70" fmla="*/ 194110 h 639169"/>
              <a:gd name="connsiteX71" fmla="*/ 1087336 w 1286171"/>
              <a:gd name="connsiteY71" fmla="*/ 194115 h 639169"/>
              <a:gd name="connsiteX72" fmla="*/ 447972 w 1286171"/>
              <a:gd name="connsiteY72" fmla="*/ 185989 h 639169"/>
              <a:gd name="connsiteX73" fmla="*/ 447972 w 1286171"/>
              <a:gd name="connsiteY73" fmla="*/ 185984 h 639169"/>
              <a:gd name="connsiteX74" fmla="*/ 447972 w 1286171"/>
              <a:gd name="connsiteY74" fmla="*/ 185989 h 639169"/>
              <a:gd name="connsiteX75" fmla="*/ 1049786 w 1286171"/>
              <a:gd name="connsiteY75" fmla="*/ 162618 h 639169"/>
              <a:gd name="connsiteX76" fmla="*/ 1049786 w 1286171"/>
              <a:gd name="connsiteY76" fmla="*/ 162623 h 639169"/>
              <a:gd name="connsiteX77" fmla="*/ 1049786 w 1286171"/>
              <a:gd name="connsiteY77" fmla="*/ 162618 h 639169"/>
              <a:gd name="connsiteX78" fmla="*/ 281488 w 1286171"/>
              <a:gd name="connsiteY78" fmla="*/ 143709 h 639169"/>
              <a:gd name="connsiteX79" fmla="*/ 281488 w 1286171"/>
              <a:gd name="connsiteY79" fmla="*/ 143715 h 639169"/>
              <a:gd name="connsiteX80" fmla="*/ 281488 w 1286171"/>
              <a:gd name="connsiteY80" fmla="*/ 143709 h 639169"/>
              <a:gd name="connsiteX81" fmla="*/ 1000291 w 1286171"/>
              <a:gd name="connsiteY81" fmla="*/ 140471 h 639169"/>
              <a:gd name="connsiteX82" fmla="*/ 1000291 w 1286171"/>
              <a:gd name="connsiteY82" fmla="*/ 140476 h 639169"/>
              <a:gd name="connsiteX83" fmla="*/ 1000291 w 1286171"/>
              <a:gd name="connsiteY83" fmla="*/ 140471 h 639169"/>
              <a:gd name="connsiteX84" fmla="*/ 972918 w 1286171"/>
              <a:gd name="connsiteY84" fmla="*/ 134940 h 639169"/>
              <a:gd name="connsiteX85" fmla="*/ 972918 w 1286171"/>
              <a:gd name="connsiteY85" fmla="*/ 134934 h 639169"/>
              <a:gd name="connsiteX86" fmla="*/ 972918 w 1286171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171" h="639169">
                <a:moveTo>
                  <a:pt x="964990" y="0"/>
                </a:moveTo>
                <a:cubicBezTo>
                  <a:pt x="1142454" y="0"/>
                  <a:pt x="1286172" y="142456"/>
                  <a:pt x="1286172" y="318506"/>
                </a:cubicBezTo>
                <a:lnTo>
                  <a:pt x="1286065" y="326735"/>
                </a:lnTo>
                <a:cubicBezTo>
                  <a:pt x="1281833" y="492309"/>
                  <a:pt x="1150329" y="626348"/>
                  <a:pt x="985078" y="636470"/>
                </a:cubicBezTo>
                <a:lnTo>
                  <a:pt x="985078" y="637224"/>
                </a:lnTo>
                <a:lnTo>
                  <a:pt x="964990" y="637224"/>
                </a:lnTo>
                <a:cubicBezTo>
                  <a:pt x="902319" y="637224"/>
                  <a:pt x="836432" y="600189"/>
                  <a:pt x="778688" y="555332"/>
                </a:cubicBezTo>
                <a:cubicBezTo>
                  <a:pt x="727478" y="515517"/>
                  <a:pt x="679913" y="467264"/>
                  <a:pt x="642738" y="425876"/>
                </a:cubicBezTo>
                <a:cubicBezTo>
                  <a:pt x="605670" y="467315"/>
                  <a:pt x="558211" y="515993"/>
                  <a:pt x="507109" y="556230"/>
                </a:cubicBezTo>
                <a:cubicBezTo>
                  <a:pt x="451401" y="600125"/>
                  <a:pt x="387924" y="636810"/>
                  <a:pt x="327073" y="639063"/>
                </a:cubicBezTo>
                <a:lnTo>
                  <a:pt x="321181" y="639169"/>
                </a:lnTo>
                <a:cubicBezTo>
                  <a:pt x="146502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17" y="2055"/>
                  <a:pt x="321181" y="2055"/>
                </a:cubicBezTo>
                <a:lnTo>
                  <a:pt x="327073" y="2164"/>
                </a:lnTo>
                <a:cubicBezTo>
                  <a:pt x="387924" y="4378"/>
                  <a:pt x="451560" y="40473"/>
                  <a:pt x="507484" y="83917"/>
                </a:cubicBezTo>
                <a:cubicBezTo>
                  <a:pt x="558692" y="123714"/>
                  <a:pt x="606259" y="171944"/>
                  <a:pt x="643380" y="213314"/>
                </a:cubicBezTo>
                <a:cubicBezTo>
                  <a:pt x="680501" y="171874"/>
                  <a:pt x="728015" y="123205"/>
                  <a:pt x="779063" y="82962"/>
                </a:cubicBezTo>
                <a:cubicBezTo>
                  <a:pt x="836593" y="37644"/>
                  <a:pt x="902372" y="1"/>
                  <a:pt x="964990" y="0"/>
                </a:cubicBezTo>
                <a:close/>
                <a:moveTo>
                  <a:pt x="1145132" y="557856"/>
                </a:moveTo>
                <a:lnTo>
                  <a:pt x="1145132" y="557862"/>
                </a:lnTo>
                <a:lnTo>
                  <a:pt x="1145132" y="557856"/>
                </a:lnTo>
                <a:close/>
                <a:moveTo>
                  <a:pt x="1172719" y="534732"/>
                </a:moveTo>
                <a:cubicBezTo>
                  <a:pt x="1170951" y="536379"/>
                  <a:pt x="1169185" y="538005"/>
                  <a:pt x="1167416" y="539615"/>
                </a:cubicBezTo>
                <a:cubicBezTo>
                  <a:pt x="1169185" y="538005"/>
                  <a:pt x="1170951" y="536379"/>
                  <a:pt x="1172719" y="534732"/>
                </a:cubicBezTo>
                <a:close/>
                <a:moveTo>
                  <a:pt x="79866" y="499243"/>
                </a:moveTo>
                <a:lnTo>
                  <a:pt x="79866" y="499238"/>
                </a:lnTo>
                <a:lnTo>
                  <a:pt x="79866" y="499243"/>
                </a:lnTo>
                <a:close/>
                <a:moveTo>
                  <a:pt x="336983" y="155327"/>
                </a:moveTo>
                <a:cubicBezTo>
                  <a:pt x="245011" y="155328"/>
                  <a:pt x="170446" y="229309"/>
                  <a:pt x="170446" y="320560"/>
                </a:cubicBezTo>
                <a:lnTo>
                  <a:pt x="170500" y="324826"/>
                </a:lnTo>
                <a:cubicBezTo>
                  <a:pt x="172804" y="414102"/>
                  <a:pt x="246457" y="485778"/>
                  <a:pt x="336983" y="485778"/>
                </a:cubicBezTo>
                <a:lnTo>
                  <a:pt x="340786" y="485674"/>
                </a:lnTo>
                <a:cubicBezTo>
                  <a:pt x="360017" y="484608"/>
                  <a:pt x="382461" y="475581"/>
                  <a:pt x="406672" y="460160"/>
                </a:cubicBezTo>
                <a:cubicBezTo>
                  <a:pt x="432116" y="443941"/>
                  <a:pt x="457506" y="421967"/>
                  <a:pt x="480326" y="399423"/>
                </a:cubicBezTo>
                <a:cubicBezTo>
                  <a:pt x="511822" y="368259"/>
                  <a:pt x="537427" y="336961"/>
                  <a:pt x="550230" y="320560"/>
                </a:cubicBezTo>
                <a:cubicBezTo>
                  <a:pt x="546747" y="316119"/>
                  <a:pt x="542355" y="310575"/>
                  <a:pt x="537158" y="304252"/>
                </a:cubicBezTo>
                <a:cubicBezTo>
                  <a:pt x="523125" y="287236"/>
                  <a:pt x="503467" y="264623"/>
                  <a:pt x="480701" y="242087"/>
                </a:cubicBezTo>
                <a:cubicBezTo>
                  <a:pt x="457882" y="219475"/>
                  <a:pt x="432438" y="197398"/>
                  <a:pt x="406887" y="181096"/>
                </a:cubicBezTo>
                <a:cubicBezTo>
                  <a:pt x="382621" y="165596"/>
                  <a:pt x="360124" y="156512"/>
                  <a:pt x="340840" y="155436"/>
                </a:cubicBezTo>
                <a:lnTo>
                  <a:pt x="336983" y="155327"/>
                </a:lnTo>
                <a:close/>
                <a:moveTo>
                  <a:pt x="949189" y="153392"/>
                </a:moveTo>
                <a:cubicBezTo>
                  <a:pt x="929102" y="153392"/>
                  <a:pt x="905319" y="162575"/>
                  <a:pt x="879446" y="179041"/>
                </a:cubicBezTo>
                <a:cubicBezTo>
                  <a:pt x="854002" y="195276"/>
                  <a:pt x="828612" y="217272"/>
                  <a:pt x="805793" y="239830"/>
                </a:cubicBezTo>
                <a:cubicBezTo>
                  <a:pt x="783081" y="262311"/>
                  <a:pt x="763369" y="284899"/>
                  <a:pt x="749280" y="301952"/>
                </a:cubicBezTo>
                <a:cubicBezTo>
                  <a:pt x="743977" y="308428"/>
                  <a:pt x="739477" y="314092"/>
                  <a:pt x="735889" y="318615"/>
                </a:cubicBezTo>
                <a:cubicBezTo>
                  <a:pt x="748744" y="334984"/>
                  <a:pt x="774241" y="366201"/>
                  <a:pt x="805685" y="397316"/>
                </a:cubicBezTo>
                <a:cubicBezTo>
                  <a:pt x="828504" y="419889"/>
                  <a:pt x="853895" y="441913"/>
                  <a:pt x="879392" y="458168"/>
                </a:cubicBezTo>
                <a:cubicBezTo>
                  <a:pt x="905265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464" y="481522"/>
                  <a:pt x="1115725" y="408439"/>
                  <a:pt x="1115725" y="318615"/>
                </a:cubicBezTo>
                <a:cubicBezTo>
                  <a:pt x="1115725" y="228790"/>
                  <a:pt x="1043464" y="155712"/>
                  <a:pt x="953474" y="153449"/>
                </a:cubicBezTo>
                <a:lnTo>
                  <a:pt x="949189" y="153392"/>
                </a:lnTo>
                <a:close/>
                <a:moveTo>
                  <a:pt x="412404" y="480111"/>
                </a:moveTo>
                <a:cubicBezTo>
                  <a:pt x="411065" y="480938"/>
                  <a:pt x="409726" y="481739"/>
                  <a:pt x="408333" y="482535"/>
                </a:cubicBezTo>
                <a:cubicBezTo>
                  <a:pt x="411386" y="480745"/>
                  <a:pt x="414493" y="478886"/>
                  <a:pt x="417546" y="476941"/>
                </a:cubicBezTo>
                <a:lnTo>
                  <a:pt x="412404" y="480111"/>
                </a:lnTo>
                <a:close/>
                <a:moveTo>
                  <a:pt x="700642" y="458250"/>
                </a:moveTo>
                <a:cubicBezTo>
                  <a:pt x="706803" y="464470"/>
                  <a:pt x="713070" y="470710"/>
                  <a:pt x="719497" y="476931"/>
                </a:cubicBezTo>
                <a:cubicBezTo>
                  <a:pt x="713070" y="470710"/>
                  <a:pt x="706803" y="464470"/>
                  <a:pt x="700642" y="458250"/>
                </a:cubicBezTo>
                <a:close/>
                <a:moveTo>
                  <a:pt x="32567" y="405842"/>
                </a:moveTo>
                <a:lnTo>
                  <a:pt x="32567" y="405847"/>
                </a:lnTo>
                <a:lnTo>
                  <a:pt x="32567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36" y="194115"/>
                </a:moveTo>
                <a:lnTo>
                  <a:pt x="1087336" y="194110"/>
                </a:lnTo>
                <a:lnTo>
                  <a:pt x="1087336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488" y="143709"/>
                </a:moveTo>
                <a:lnTo>
                  <a:pt x="281488" y="143715"/>
                </a:lnTo>
                <a:lnTo>
                  <a:pt x="281488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18" y="134940"/>
                </a:moveTo>
                <a:lnTo>
                  <a:pt x="972918" y="134934"/>
                </a:lnTo>
                <a:lnTo>
                  <a:pt x="972918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9" name="Полилиния 68">
            <a:extLst>
              <a:ext uri="{FF2B5EF4-FFF2-40B4-BE49-F238E27FC236}">
                <a16:creationId xmlns:a16="http://schemas.microsoft.com/office/drawing/2014/main" id="{98539B6A-FAC6-ED68-EA9C-F2AE50E85AFA}"/>
              </a:ext>
            </a:extLst>
          </p:cNvPr>
          <p:cNvSpPr/>
          <p:nvPr userDrawn="1"/>
        </p:nvSpPr>
        <p:spPr>
          <a:xfrm rot="5400000">
            <a:off x="6416161" y="3390462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70" name="Полилиния 69">
            <a:extLst>
              <a:ext uri="{FF2B5EF4-FFF2-40B4-BE49-F238E27FC236}">
                <a16:creationId xmlns:a16="http://schemas.microsoft.com/office/drawing/2014/main" id="{27A83EEE-6701-E5BE-4471-D6708AB28A14}"/>
              </a:ext>
            </a:extLst>
          </p:cNvPr>
          <p:cNvSpPr/>
          <p:nvPr userDrawn="1"/>
        </p:nvSpPr>
        <p:spPr>
          <a:xfrm rot="5400000">
            <a:off x="6416161" y="3842350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71" name="Полилиния 70">
            <a:extLst>
              <a:ext uri="{FF2B5EF4-FFF2-40B4-BE49-F238E27FC236}">
                <a16:creationId xmlns:a16="http://schemas.microsoft.com/office/drawing/2014/main" id="{998F0B30-210B-A885-15A4-9B9A2CC80748}"/>
              </a:ext>
            </a:extLst>
          </p:cNvPr>
          <p:cNvSpPr/>
          <p:nvPr userDrawn="1"/>
        </p:nvSpPr>
        <p:spPr>
          <a:xfrm>
            <a:off x="7260970" y="3604828"/>
            <a:ext cx="1644786" cy="817384"/>
          </a:xfrm>
          <a:custGeom>
            <a:avLst/>
            <a:gdLst>
              <a:gd name="connsiteX0" fmla="*/ 964990 w 1286171"/>
              <a:gd name="connsiteY0" fmla="*/ 0 h 639169"/>
              <a:gd name="connsiteX1" fmla="*/ 1286172 w 1286171"/>
              <a:gd name="connsiteY1" fmla="*/ 318506 h 639169"/>
              <a:gd name="connsiteX2" fmla="*/ 1286065 w 1286171"/>
              <a:gd name="connsiteY2" fmla="*/ 326735 h 639169"/>
              <a:gd name="connsiteX3" fmla="*/ 985078 w 1286171"/>
              <a:gd name="connsiteY3" fmla="*/ 636470 h 639169"/>
              <a:gd name="connsiteX4" fmla="*/ 985078 w 1286171"/>
              <a:gd name="connsiteY4" fmla="*/ 637224 h 639169"/>
              <a:gd name="connsiteX5" fmla="*/ 964990 w 1286171"/>
              <a:gd name="connsiteY5" fmla="*/ 637224 h 639169"/>
              <a:gd name="connsiteX6" fmla="*/ 778688 w 1286171"/>
              <a:gd name="connsiteY6" fmla="*/ 555332 h 639169"/>
              <a:gd name="connsiteX7" fmla="*/ 642738 w 1286171"/>
              <a:gd name="connsiteY7" fmla="*/ 425876 h 639169"/>
              <a:gd name="connsiteX8" fmla="*/ 507109 w 1286171"/>
              <a:gd name="connsiteY8" fmla="*/ 556230 h 639169"/>
              <a:gd name="connsiteX9" fmla="*/ 327073 w 1286171"/>
              <a:gd name="connsiteY9" fmla="*/ 639063 h 639169"/>
              <a:gd name="connsiteX10" fmla="*/ 321181 w 1286171"/>
              <a:gd name="connsiteY10" fmla="*/ 639169 h 639169"/>
              <a:gd name="connsiteX11" fmla="*/ 107 w 1286171"/>
              <a:gd name="connsiteY11" fmla="*/ 328780 h 639169"/>
              <a:gd name="connsiteX12" fmla="*/ 0 w 1286171"/>
              <a:gd name="connsiteY12" fmla="*/ 320560 h 639169"/>
              <a:gd name="connsiteX13" fmla="*/ 321181 w 1286171"/>
              <a:gd name="connsiteY13" fmla="*/ 2055 h 639169"/>
              <a:gd name="connsiteX14" fmla="*/ 327073 w 1286171"/>
              <a:gd name="connsiteY14" fmla="*/ 2164 h 639169"/>
              <a:gd name="connsiteX15" fmla="*/ 507484 w 1286171"/>
              <a:gd name="connsiteY15" fmla="*/ 83917 h 639169"/>
              <a:gd name="connsiteX16" fmla="*/ 643380 w 1286171"/>
              <a:gd name="connsiteY16" fmla="*/ 213314 h 639169"/>
              <a:gd name="connsiteX17" fmla="*/ 779063 w 1286171"/>
              <a:gd name="connsiteY17" fmla="*/ 82962 h 639169"/>
              <a:gd name="connsiteX18" fmla="*/ 964990 w 1286171"/>
              <a:gd name="connsiteY18" fmla="*/ 0 h 639169"/>
              <a:gd name="connsiteX19" fmla="*/ 1145132 w 1286171"/>
              <a:gd name="connsiteY19" fmla="*/ 557856 h 639169"/>
              <a:gd name="connsiteX20" fmla="*/ 1145132 w 1286171"/>
              <a:gd name="connsiteY20" fmla="*/ 557862 h 639169"/>
              <a:gd name="connsiteX21" fmla="*/ 1145132 w 1286171"/>
              <a:gd name="connsiteY21" fmla="*/ 557856 h 639169"/>
              <a:gd name="connsiteX22" fmla="*/ 1172719 w 1286171"/>
              <a:gd name="connsiteY22" fmla="*/ 534732 h 639169"/>
              <a:gd name="connsiteX23" fmla="*/ 1167416 w 1286171"/>
              <a:gd name="connsiteY23" fmla="*/ 539615 h 639169"/>
              <a:gd name="connsiteX24" fmla="*/ 1172719 w 1286171"/>
              <a:gd name="connsiteY24" fmla="*/ 534732 h 639169"/>
              <a:gd name="connsiteX25" fmla="*/ 79866 w 1286171"/>
              <a:gd name="connsiteY25" fmla="*/ 499243 h 639169"/>
              <a:gd name="connsiteX26" fmla="*/ 79866 w 1286171"/>
              <a:gd name="connsiteY26" fmla="*/ 499238 h 639169"/>
              <a:gd name="connsiteX27" fmla="*/ 79866 w 1286171"/>
              <a:gd name="connsiteY27" fmla="*/ 499243 h 639169"/>
              <a:gd name="connsiteX28" fmla="*/ 336983 w 1286171"/>
              <a:gd name="connsiteY28" fmla="*/ 155327 h 639169"/>
              <a:gd name="connsiteX29" fmla="*/ 170446 w 1286171"/>
              <a:gd name="connsiteY29" fmla="*/ 320560 h 639169"/>
              <a:gd name="connsiteX30" fmla="*/ 170500 w 1286171"/>
              <a:gd name="connsiteY30" fmla="*/ 324826 h 639169"/>
              <a:gd name="connsiteX31" fmla="*/ 336983 w 1286171"/>
              <a:gd name="connsiteY31" fmla="*/ 485778 h 639169"/>
              <a:gd name="connsiteX32" fmla="*/ 340786 w 1286171"/>
              <a:gd name="connsiteY32" fmla="*/ 485674 h 639169"/>
              <a:gd name="connsiteX33" fmla="*/ 406672 w 1286171"/>
              <a:gd name="connsiteY33" fmla="*/ 460160 h 639169"/>
              <a:gd name="connsiteX34" fmla="*/ 480326 w 1286171"/>
              <a:gd name="connsiteY34" fmla="*/ 399423 h 639169"/>
              <a:gd name="connsiteX35" fmla="*/ 550230 w 1286171"/>
              <a:gd name="connsiteY35" fmla="*/ 320560 h 639169"/>
              <a:gd name="connsiteX36" fmla="*/ 537158 w 1286171"/>
              <a:gd name="connsiteY36" fmla="*/ 304252 h 639169"/>
              <a:gd name="connsiteX37" fmla="*/ 480701 w 1286171"/>
              <a:gd name="connsiteY37" fmla="*/ 242087 h 639169"/>
              <a:gd name="connsiteX38" fmla="*/ 406887 w 1286171"/>
              <a:gd name="connsiteY38" fmla="*/ 181096 h 639169"/>
              <a:gd name="connsiteX39" fmla="*/ 340840 w 1286171"/>
              <a:gd name="connsiteY39" fmla="*/ 155436 h 639169"/>
              <a:gd name="connsiteX40" fmla="*/ 336983 w 1286171"/>
              <a:gd name="connsiteY40" fmla="*/ 155327 h 639169"/>
              <a:gd name="connsiteX41" fmla="*/ 949189 w 1286171"/>
              <a:gd name="connsiteY41" fmla="*/ 153392 h 639169"/>
              <a:gd name="connsiteX42" fmla="*/ 879446 w 1286171"/>
              <a:gd name="connsiteY42" fmla="*/ 179041 h 639169"/>
              <a:gd name="connsiteX43" fmla="*/ 805793 w 1286171"/>
              <a:gd name="connsiteY43" fmla="*/ 239830 h 639169"/>
              <a:gd name="connsiteX44" fmla="*/ 749280 w 1286171"/>
              <a:gd name="connsiteY44" fmla="*/ 301952 h 639169"/>
              <a:gd name="connsiteX45" fmla="*/ 735889 w 1286171"/>
              <a:gd name="connsiteY45" fmla="*/ 318615 h 639169"/>
              <a:gd name="connsiteX46" fmla="*/ 805685 w 1286171"/>
              <a:gd name="connsiteY46" fmla="*/ 397316 h 639169"/>
              <a:gd name="connsiteX47" fmla="*/ 879392 w 1286171"/>
              <a:gd name="connsiteY47" fmla="*/ 458168 h 639169"/>
              <a:gd name="connsiteX48" fmla="*/ 949189 w 1286171"/>
              <a:gd name="connsiteY48" fmla="*/ 483843 h 639169"/>
              <a:gd name="connsiteX49" fmla="*/ 953474 w 1286171"/>
              <a:gd name="connsiteY49" fmla="*/ 483785 h 639169"/>
              <a:gd name="connsiteX50" fmla="*/ 1115725 w 1286171"/>
              <a:gd name="connsiteY50" fmla="*/ 318615 h 639169"/>
              <a:gd name="connsiteX51" fmla="*/ 953474 w 1286171"/>
              <a:gd name="connsiteY51" fmla="*/ 153449 h 639169"/>
              <a:gd name="connsiteX52" fmla="*/ 949189 w 1286171"/>
              <a:gd name="connsiteY52" fmla="*/ 153392 h 639169"/>
              <a:gd name="connsiteX53" fmla="*/ 412404 w 1286171"/>
              <a:gd name="connsiteY53" fmla="*/ 480111 h 639169"/>
              <a:gd name="connsiteX54" fmla="*/ 408333 w 1286171"/>
              <a:gd name="connsiteY54" fmla="*/ 482535 h 639169"/>
              <a:gd name="connsiteX55" fmla="*/ 417546 w 1286171"/>
              <a:gd name="connsiteY55" fmla="*/ 476941 h 639169"/>
              <a:gd name="connsiteX56" fmla="*/ 412404 w 1286171"/>
              <a:gd name="connsiteY56" fmla="*/ 480111 h 639169"/>
              <a:gd name="connsiteX57" fmla="*/ 700642 w 1286171"/>
              <a:gd name="connsiteY57" fmla="*/ 458250 h 639169"/>
              <a:gd name="connsiteX58" fmla="*/ 719497 w 1286171"/>
              <a:gd name="connsiteY58" fmla="*/ 476931 h 639169"/>
              <a:gd name="connsiteX59" fmla="*/ 700642 w 1286171"/>
              <a:gd name="connsiteY59" fmla="*/ 458250 h 639169"/>
              <a:gd name="connsiteX60" fmla="*/ 32567 w 1286171"/>
              <a:gd name="connsiteY60" fmla="*/ 405842 h 639169"/>
              <a:gd name="connsiteX61" fmla="*/ 32567 w 1286171"/>
              <a:gd name="connsiteY61" fmla="*/ 405847 h 639169"/>
              <a:gd name="connsiteX62" fmla="*/ 32567 w 1286171"/>
              <a:gd name="connsiteY62" fmla="*/ 405842 h 639169"/>
              <a:gd name="connsiteX63" fmla="*/ 534321 w 1286171"/>
              <a:gd name="connsiteY63" fmla="*/ 269958 h 639169"/>
              <a:gd name="connsiteX64" fmla="*/ 534321 w 1286171"/>
              <a:gd name="connsiteY64" fmla="*/ 269962 h 639169"/>
              <a:gd name="connsiteX65" fmla="*/ 534321 w 1286171"/>
              <a:gd name="connsiteY65" fmla="*/ 269958 h 639169"/>
              <a:gd name="connsiteX66" fmla="*/ 486004 w 1286171"/>
              <a:gd name="connsiteY66" fmla="*/ 219307 h 639169"/>
              <a:gd name="connsiteX67" fmla="*/ 486004 w 1286171"/>
              <a:gd name="connsiteY67" fmla="*/ 219303 h 639169"/>
              <a:gd name="connsiteX68" fmla="*/ 486004 w 1286171"/>
              <a:gd name="connsiteY68" fmla="*/ 219307 h 639169"/>
              <a:gd name="connsiteX69" fmla="*/ 1087336 w 1286171"/>
              <a:gd name="connsiteY69" fmla="*/ 194115 h 639169"/>
              <a:gd name="connsiteX70" fmla="*/ 1087336 w 1286171"/>
              <a:gd name="connsiteY70" fmla="*/ 194110 h 639169"/>
              <a:gd name="connsiteX71" fmla="*/ 1087336 w 1286171"/>
              <a:gd name="connsiteY71" fmla="*/ 194115 h 639169"/>
              <a:gd name="connsiteX72" fmla="*/ 447972 w 1286171"/>
              <a:gd name="connsiteY72" fmla="*/ 185989 h 639169"/>
              <a:gd name="connsiteX73" fmla="*/ 447972 w 1286171"/>
              <a:gd name="connsiteY73" fmla="*/ 185984 h 639169"/>
              <a:gd name="connsiteX74" fmla="*/ 447972 w 1286171"/>
              <a:gd name="connsiteY74" fmla="*/ 185989 h 639169"/>
              <a:gd name="connsiteX75" fmla="*/ 1049786 w 1286171"/>
              <a:gd name="connsiteY75" fmla="*/ 162618 h 639169"/>
              <a:gd name="connsiteX76" fmla="*/ 1049786 w 1286171"/>
              <a:gd name="connsiteY76" fmla="*/ 162623 h 639169"/>
              <a:gd name="connsiteX77" fmla="*/ 1049786 w 1286171"/>
              <a:gd name="connsiteY77" fmla="*/ 162618 h 639169"/>
              <a:gd name="connsiteX78" fmla="*/ 281488 w 1286171"/>
              <a:gd name="connsiteY78" fmla="*/ 143709 h 639169"/>
              <a:gd name="connsiteX79" fmla="*/ 281488 w 1286171"/>
              <a:gd name="connsiteY79" fmla="*/ 143715 h 639169"/>
              <a:gd name="connsiteX80" fmla="*/ 281488 w 1286171"/>
              <a:gd name="connsiteY80" fmla="*/ 143709 h 639169"/>
              <a:gd name="connsiteX81" fmla="*/ 1000291 w 1286171"/>
              <a:gd name="connsiteY81" fmla="*/ 140471 h 639169"/>
              <a:gd name="connsiteX82" fmla="*/ 1000291 w 1286171"/>
              <a:gd name="connsiteY82" fmla="*/ 140476 h 639169"/>
              <a:gd name="connsiteX83" fmla="*/ 1000291 w 1286171"/>
              <a:gd name="connsiteY83" fmla="*/ 140471 h 639169"/>
              <a:gd name="connsiteX84" fmla="*/ 972918 w 1286171"/>
              <a:gd name="connsiteY84" fmla="*/ 134940 h 639169"/>
              <a:gd name="connsiteX85" fmla="*/ 972918 w 1286171"/>
              <a:gd name="connsiteY85" fmla="*/ 134934 h 639169"/>
              <a:gd name="connsiteX86" fmla="*/ 972918 w 1286171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171" h="639169">
                <a:moveTo>
                  <a:pt x="964990" y="0"/>
                </a:moveTo>
                <a:cubicBezTo>
                  <a:pt x="1142454" y="0"/>
                  <a:pt x="1286172" y="142456"/>
                  <a:pt x="1286172" y="318506"/>
                </a:cubicBezTo>
                <a:lnTo>
                  <a:pt x="1286065" y="326735"/>
                </a:lnTo>
                <a:cubicBezTo>
                  <a:pt x="1281833" y="492309"/>
                  <a:pt x="1150329" y="626348"/>
                  <a:pt x="985078" y="636470"/>
                </a:cubicBezTo>
                <a:lnTo>
                  <a:pt x="985078" y="637224"/>
                </a:lnTo>
                <a:lnTo>
                  <a:pt x="964990" y="637224"/>
                </a:lnTo>
                <a:cubicBezTo>
                  <a:pt x="902319" y="637224"/>
                  <a:pt x="836432" y="600189"/>
                  <a:pt x="778688" y="555332"/>
                </a:cubicBezTo>
                <a:cubicBezTo>
                  <a:pt x="727478" y="515517"/>
                  <a:pt x="679913" y="467264"/>
                  <a:pt x="642738" y="425876"/>
                </a:cubicBezTo>
                <a:cubicBezTo>
                  <a:pt x="605670" y="467315"/>
                  <a:pt x="558211" y="515993"/>
                  <a:pt x="507109" y="556230"/>
                </a:cubicBezTo>
                <a:cubicBezTo>
                  <a:pt x="451401" y="600125"/>
                  <a:pt x="387924" y="636810"/>
                  <a:pt x="327073" y="639063"/>
                </a:cubicBezTo>
                <a:lnTo>
                  <a:pt x="321181" y="639169"/>
                </a:lnTo>
                <a:cubicBezTo>
                  <a:pt x="146502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17" y="2055"/>
                  <a:pt x="321181" y="2055"/>
                </a:cubicBezTo>
                <a:lnTo>
                  <a:pt x="327073" y="2164"/>
                </a:lnTo>
                <a:cubicBezTo>
                  <a:pt x="387924" y="4378"/>
                  <a:pt x="451560" y="40473"/>
                  <a:pt x="507484" y="83917"/>
                </a:cubicBezTo>
                <a:cubicBezTo>
                  <a:pt x="558692" y="123714"/>
                  <a:pt x="606259" y="171944"/>
                  <a:pt x="643380" y="213314"/>
                </a:cubicBezTo>
                <a:cubicBezTo>
                  <a:pt x="680501" y="171874"/>
                  <a:pt x="728015" y="123205"/>
                  <a:pt x="779063" y="82962"/>
                </a:cubicBezTo>
                <a:cubicBezTo>
                  <a:pt x="836593" y="37644"/>
                  <a:pt x="902372" y="1"/>
                  <a:pt x="964990" y="0"/>
                </a:cubicBezTo>
                <a:close/>
                <a:moveTo>
                  <a:pt x="1145132" y="557856"/>
                </a:moveTo>
                <a:lnTo>
                  <a:pt x="1145132" y="557862"/>
                </a:lnTo>
                <a:lnTo>
                  <a:pt x="1145132" y="557856"/>
                </a:lnTo>
                <a:close/>
                <a:moveTo>
                  <a:pt x="1172719" y="534732"/>
                </a:moveTo>
                <a:cubicBezTo>
                  <a:pt x="1170951" y="536379"/>
                  <a:pt x="1169185" y="538005"/>
                  <a:pt x="1167416" y="539615"/>
                </a:cubicBezTo>
                <a:cubicBezTo>
                  <a:pt x="1169185" y="538005"/>
                  <a:pt x="1170951" y="536379"/>
                  <a:pt x="1172719" y="534732"/>
                </a:cubicBezTo>
                <a:close/>
                <a:moveTo>
                  <a:pt x="79866" y="499243"/>
                </a:moveTo>
                <a:lnTo>
                  <a:pt x="79866" y="499238"/>
                </a:lnTo>
                <a:lnTo>
                  <a:pt x="79866" y="499243"/>
                </a:lnTo>
                <a:close/>
                <a:moveTo>
                  <a:pt x="336983" y="155327"/>
                </a:moveTo>
                <a:cubicBezTo>
                  <a:pt x="245011" y="155328"/>
                  <a:pt x="170446" y="229309"/>
                  <a:pt x="170446" y="320560"/>
                </a:cubicBezTo>
                <a:lnTo>
                  <a:pt x="170500" y="324826"/>
                </a:lnTo>
                <a:cubicBezTo>
                  <a:pt x="172804" y="414102"/>
                  <a:pt x="246457" y="485778"/>
                  <a:pt x="336983" y="485778"/>
                </a:cubicBezTo>
                <a:lnTo>
                  <a:pt x="340786" y="485674"/>
                </a:lnTo>
                <a:cubicBezTo>
                  <a:pt x="360017" y="484608"/>
                  <a:pt x="382461" y="475581"/>
                  <a:pt x="406672" y="460160"/>
                </a:cubicBezTo>
                <a:cubicBezTo>
                  <a:pt x="432116" y="443941"/>
                  <a:pt x="457506" y="421967"/>
                  <a:pt x="480326" y="399423"/>
                </a:cubicBezTo>
                <a:cubicBezTo>
                  <a:pt x="511822" y="368259"/>
                  <a:pt x="537427" y="336961"/>
                  <a:pt x="550230" y="320560"/>
                </a:cubicBezTo>
                <a:cubicBezTo>
                  <a:pt x="546747" y="316119"/>
                  <a:pt x="542355" y="310575"/>
                  <a:pt x="537158" y="304252"/>
                </a:cubicBezTo>
                <a:cubicBezTo>
                  <a:pt x="523125" y="287236"/>
                  <a:pt x="503467" y="264623"/>
                  <a:pt x="480701" y="242087"/>
                </a:cubicBezTo>
                <a:cubicBezTo>
                  <a:pt x="457882" y="219475"/>
                  <a:pt x="432438" y="197398"/>
                  <a:pt x="406887" y="181096"/>
                </a:cubicBezTo>
                <a:cubicBezTo>
                  <a:pt x="382621" y="165596"/>
                  <a:pt x="360124" y="156512"/>
                  <a:pt x="340840" y="155436"/>
                </a:cubicBezTo>
                <a:lnTo>
                  <a:pt x="336983" y="155327"/>
                </a:lnTo>
                <a:close/>
                <a:moveTo>
                  <a:pt x="949189" y="153392"/>
                </a:moveTo>
                <a:cubicBezTo>
                  <a:pt x="929102" y="153392"/>
                  <a:pt x="905319" y="162575"/>
                  <a:pt x="879446" y="179041"/>
                </a:cubicBezTo>
                <a:cubicBezTo>
                  <a:pt x="854002" y="195276"/>
                  <a:pt x="828612" y="217272"/>
                  <a:pt x="805793" y="239830"/>
                </a:cubicBezTo>
                <a:cubicBezTo>
                  <a:pt x="783081" y="262311"/>
                  <a:pt x="763369" y="284899"/>
                  <a:pt x="749280" y="301952"/>
                </a:cubicBezTo>
                <a:cubicBezTo>
                  <a:pt x="743977" y="308428"/>
                  <a:pt x="739477" y="314092"/>
                  <a:pt x="735889" y="318615"/>
                </a:cubicBezTo>
                <a:cubicBezTo>
                  <a:pt x="748744" y="334984"/>
                  <a:pt x="774241" y="366201"/>
                  <a:pt x="805685" y="397316"/>
                </a:cubicBezTo>
                <a:cubicBezTo>
                  <a:pt x="828504" y="419889"/>
                  <a:pt x="853895" y="441913"/>
                  <a:pt x="879392" y="458168"/>
                </a:cubicBezTo>
                <a:cubicBezTo>
                  <a:pt x="905265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464" y="481522"/>
                  <a:pt x="1115725" y="408439"/>
                  <a:pt x="1115725" y="318615"/>
                </a:cubicBezTo>
                <a:cubicBezTo>
                  <a:pt x="1115725" y="228790"/>
                  <a:pt x="1043464" y="155712"/>
                  <a:pt x="953474" y="153449"/>
                </a:cubicBezTo>
                <a:lnTo>
                  <a:pt x="949189" y="153392"/>
                </a:lnTo>
                <a:close/>
                <a:moveTo>
                  <a:pt x="412404" y="480111"/>
                </a:moveTo>
                <a:cubicBezTo>
                  <a:pt x="411065" y="480938"/>
                  <a:pt x="409726" y="481739"/>
                  <a:pt x="408333" y="482535"/>
                </a:cubicBezTo>
                <a:cubicBezTo>
                  <a:pt x="411386" y="480745"/>
                  <a:pt x="414493" y="478886"/>
                  <a:pt x="417546" y="476941"/>
                </a:cubicBezTo>
                <a:lnTo>
                  <a:pt x="412404" y="480111"/>
                </a:lnTo>
                <a:close/>
                <a:moveTo>
                  <a:pt x="700642" y="458250"/>
                </a:moveTo>
                <a:cubicBezTo>
                  <a:pt x="706803" y="464470"/>
                  <a:pt x="713070" y="470710"/>
                  <a:pt x="719497" y="476931"/>
                </a:cubicBezTo>
                <a:cubicBezTo>
                  <a:pt x="713070" y="470710"/>
                  <a:pt x="706803" y="464470"/>
                  <a:pt x="700642" y="458250"/>
                </a:cubicBezTo>
                <a:close/>
                <a:moveTo>
                  <a:pt x="32567" y="405842"/>
                </a:moveTo>
                <a:lnTo>
                  <a:pt x="32567" y="405847"/>
                </a:lnTo>
                <a:lnTo>
                  <a:pt x="32567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36" y="194115"/>
                </a:moveTo>
                <a:lnTo>
                  <a:pt x="1087336" y="194110"/>
                </a:lnTo>
                <a:lnTo>
                  <a:pt x="1087336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488" y="143709"/>
                </a:moveTo>
                <a:lnTo>
                  <a:pt x="281488" y="143715"/>
                </a:lnTo>
                <a:lnTo>
                  <a:pt x="281488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18" y="134940"/>
                </a:moveTo>
                <a:lnTo>
                  <a:pt x="972918" y="134934"/>
                </a:lnTo>
                <a:lnTo>
                  <a:pt x="972918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72" name="Полилиния 71">
            <a:extLst>
              <a:ext uri="{FF2B5EF4-FFF2-40B4-BE49-F238E27FC236}">
                <a16:creationId xmlns:a16="http://schemas.microsoft.com/office/drawing/2014/main" id="{108740CC-3FD2-F420-F0CC-A88E00F590EF}"/>
              </a:ext>
            </a:extLst>
          </p:cNvPr>
          <p:cNvSpPr/>
          <p:nvPr userDrawn="1"/>
        </p:nvSpPr>
        <p:spPr>
          <a:xfrm>
            <a:off x="9274499" y="3606110"/>
            <a:ext cx="803453" cy="814816"/>
          </a:xfrm>
          <a:custGeom>
            <a:avLst/>
            <a:gdLst>
              <a:gd name="connsiteX0" fmla="*/ 313039 w 628275"/>
              <a:gd name="connsiteY0" fmla="*/ 565014 h 637161"/>
              <a:gd name="connsiteX1" fmla="*/ 628222 w 628275"/>
              <a:gd name="connsiteY1" fmla="*/ 350034 h 637161"/>
              <a:gd name="connsiteX2" fmla="*/ 628275 w 628275"/>
              <a:gd name="connsiteY2" fmla="*/ 350039 h 637161"/>
              <a:gd name="connsiteX3" fmla="*/ 628275 w 628275"/>
              <a:gd name="connsiteY3" fmla="*/ 637162 h 637161"/>
              <a:gd name="connsiteX4" fmla="*/ 296809 w 628275"/>
              <a:gd name="connsiteY4" fmla="*/ 637162 h 637161"/>
              <a:gd name="connsiteX5" fmla="*/ 296862 w 628275"/>
              <a:gd name="connsiteY5" fmla="*/ 637119 h 637161"/>
              <a:gd name="connsiteX6" fmla="*/ 0 w 628275"/>
              <a:gd name="connsiteY6" fmla="*/ 637119 h 637161"/>
              <a:gd name="connsiteX7" fmla="*/ 0 w 628275"/>
              <a:gd name="connsiteY7" fmla="*/ 0 h 637161"/>
              <a:gd name="connsiteX8" fmla="*/ 313039 w 628275"/>
              <a:gd name="connsiteY8" fmla="*/ 0 h 637161"/>
              <a:gd name="connsiteX9" fmla="*/ 313039 w 628275"/>
              <a:gd name="connsiteY9" fmla="*/ 565014 h 637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28275" h="637161">
                <a:moveTo>
                  <a:pt x="313039" y="565014"/>
                </a:moveTo>
                <a:cubicBezTo>
                  <a:pt x="357714" y="439982"/>
                  <a:pt x="481933" y="350036"/>
                  <a:pt x="628222" y="350034"/>
                </a:cubicBezTo>
                <a:cubicBezTo>
                  <a:pt x="628222" y="350034"/>
                  <a:pt x="628275" y="350038"/>
                  <a:pt x="628275" y="350039"/>
                </a:cubicBezTo>
                <a:lnTo>
                  <a:pt x="628275" y="637162"/>
                </a:lnTo>
                <a:lnTo>
                  <a:pt x="296809" y="637162"/>
                </a:lnTo>
                <a:cubicBezTo>
                  <a:pt x="296809" y="637146"/>
                  <a:pt x="296809" y="637135"/>
                  <a:pt x="296862" y="637119"/>
                </a:cubicBezTo>
                <a:lnTo>
                  <a:pt x="0" y="637119"/>
                </a:lnTo>
                <a:lnTo>
                  <a:pt x="0" y="0"/>
                </a:lnTo>
                <a:lnTo>
                  <a:pt x="313039" y="0"/>
                </a:lnTo>
                <a:lnTo>
                  <a:pt x="313039" y="565014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73" name="Полилиния 72">
            <a:extLst>
              <a:ext uri="{FF2B5EF4-FFF2-40B4-BE49-F238E27FC236}">
                <a16:creationId xmlns:a16="http://schemas.microsoft.com/office/drawing/2014/main" id="{1D1FE4B8-F38E-510B-1D7A-26CD8CF9750D}"/>
              </a:ext>
            </a:extLst>
          </p:cNvPr>
          <p:cNvSpPr/>
          <p:nvPr userDrawn="1"/>
        </p:nvSpPr>
        <p:spPr>
          <a:xfrm>
            <a:off x="10336066" y="3606132"/>
            <a:ext cx="607398" cy="814775"/>
          </a:xfrm>
          <a:custGeom>
            <a:avLst/>
            <a:gdLst>
              <a:gd name="connsiteX0" fmla="*/ 0 w 474966"/>
              <a:gd name="connsiteY0" fmla="*/ 0 h 637129"/>
              <a:gd name="connsiteX1" fmla="*/ 474966 w 474966"/>
              <a:gd name="connsiteY1" fmla="*/ 0 h 637129"/>
              <a:gd name="connsiteX2" fmla="*/ 474966 w 474966"/>
              <a:gd name="connsiteY2" fmla="*/ 637129 h 637129"/>
              <a:gd name="connsiteX3" fmla="*/ 0 w 474966"/>
              <a:gd name="connsiteY3" fmla="*/ 637129 h 637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966" h="637129">
                <a:moveTo>
                  <a:pt x="0" y="0"/>
                </a:moveTo>
                <a:lnTo>
                  <a:pt x="474966" y="0"/>
                </a:lnTo>
                <a:lnTo>
                  <a:pt x="474966" y="637129"/>
                </a:lnTo>
                <a:lnTo>
                  <a:pt x="0" y="637129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74" name="Полилиния 73">
            <a:extLst>
              <a:ext uri="{FF2B5EF4-FFF2-40B4-BE49-F238E27FC236}">
                <a16:creationId xmlns:a16="http://schemas.microsoft.com/office/drawing/2014/main" id="{80B8C87D-5992-1461-154B-33369FDE3496}"/>
              </a:ext>
            </a:extLst>
          </p:cNvPr>
          <p:cNvSpPr/>
          <p:nvPr userDrawn="1"/>
        </p:nvSpPr>
        <p:spPr>
          <a:xfrm>
            <a:off x="11201513" y="3606131"/>
            <a:ext cx="800712" cy="814777"/>
          </a:xfrm>
          <a:custGeom>
            <a:avLst/>
            <a:gdLst>
              <a:gd name="connsiteX0" fmla="*/ 626132 w 626132"/>
              <a:gd name="connsiteY0" fmla="*/ 637130 h 637130"/>
              <a:gd name="connsiteX1" fmla="*/ 0 w 626132"/>
              <a:gd name="connsiteY1" fmla="*/ 637130 h 637130"/>
              <a:gd name="connsiteX2" fmla="*/ 0 w 626132"/>
              <a:gd name="connsiteY2" fmla="*/ 0 h 637130"/>
              <a:gd name="connsiteX3" fmla="*/ 313093 w 626132"/>
              <a:gd name="connsiteY3" fmla="*/ 318573 h 637130"/>
              <a:gd name="connsiteX4" fmla="*/ 626132 w 626132"/>
              <a:gd name="connsiteY4" fmla="*/ 0 h 637130"/>
              <a:gd name="connsiteX5" fmla="*/ 626132 w 626132"/>
              <a:gd name="connsiteY5" fmla="*/ 637130 h 637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6132" h="637130">
                <a:moveTo>
                  <a:pt x="626132" y="637130"/>
                </a:moveTo>
                <a:lnTo>
                  <a:pt x="0" y="637130"/>
                </a:lnTo>
                <a:lnTo>
                  <a:pt x="0" y="0"/>
                </a:lnTo>
                <a:lnTo>
                  <a:pt x="313093" y="318573"/>
                </a:lnTo>
                <a:lnTo>
                  <a:pt x="626132" y="0"/>
                </a:lnTo>
                <a:lnTo>
                  <a:pt x="626132" y="6371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1" name="Полилиния 80">
            <a:extLst>
              <a:ext uri="{FF2B5EF4-FFF2-40B4-BE49-F238E27FC236}">
                <a16:creationId xmlns:a16="http://schemas.microsoft.com/office/drawing/2014/main" id="{63AD56DB-1133-5816-70C7-4D8288DF2CE3}"/>
              </a:ext>
            </a:extLst>
          </p:cNvPr>
          <p:cNvSpPr/>
          <p:nvPr userDrawn="1"/>
        </p:nvSpPr>
        <p:spPr>
          <a:xfrm>
            <a:off x="6059329" y="4618365"/>
            <a:ext cx="821352" cy="821598"/>
          </a:xfrm>
          <a:custGeom>
            <a:avLst/>
            <a:gdLst>
              <a:gd name="connsiteX0" fmla="*/ 337367 w 642272"/>
              <a:gd name="connsiteY0" fmla="*/ 62958 h 642464"/>
              <a:gd name="connsiteX1" fmla="*/ 590680 w 642272"/>
              <a:gd name="connsiteY1" fmla="*/ 62958 h 642464"/>
              <a:gd name="connsiteX2" fmla="*/ 591698 w 642272"/>
              <a:gd name="connsiteY2" fmla="*/ 366139 h 642464"/>
              <a:gd name="connsiteX3" fmla="*/ 321137 w 642272"/>
              <a:gd name="connsiteY3" fmla="*/ 642464 h 642464"/>
              <a:gd name="connsiteX4" fmla="*/ 50575 w 642272"/>
              <a:gd name="connsiteY4" fmla="*/ 366150 h 642464"/>
              <a:gd name="connsiteX5" fmla="*/ 51592 w 642272"/>
              <a:gd name="connsiteY5" fmla="*/ 62958 h 642464"/>
              <a:gd name="connsiteX6" fmla="*/ 304906 w 642272"/>
              <a:gd name="connsiteY6" fmla="*/ 62958 h 642464"/>
              <a:gd name="connsiteX7" fmla="*/ 321137 w 642272"/>
              <a:gd name="connsiteY7" fmla="*/ 82441 h 642464"/>
              <a:gd name="connsiteX8" fmla="*/ 337367 w 642272"/>
              <a:gd name="connsiteY8" fmla="*/ 62958 h 642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2272" h="642464">
                <a:moveTo>
                  <a:pt x="337367" y="62958"/>
                </a:moveTo>
                <a:cubicBezTo>
                  <a:pt x="407163" y="-20975"/>
                  <a:pt x="520831" y="-20975"/>
                  <a:pt x="590680" y="62958"/>
                </a:cubicBezTo>
                <a:cubicBezTo>
                  <a:pt x="659084" y="145186"/>
                  <a:pt x="659513" y="275527"/>
                  <a:pt x="591698" y="366139"/>
                </a:cubicBezTo>
                <a:cubicBezTo>
                  <a:pt x="523883" y="456751"/>
                  <a:pt x="321137" y="642464"/>
                  <a:pt x="321137" y="642464"/>
                </a:cubicBezTo>
                <a:cubicBezTo>
                  <a:pt x="321137" y="642464"/>
                  <a:pt x="118389" y="456774"/>
                  <a:pt x="50575" y="366150"/>
                </a:cubicBezTo>
                <a:cubicBezTo>
                  <a:pt x="-17240" y="275526"/>
                  <a:pt x="-16811" y="145186"/>
                  <a:pt x="51592" y="62958"/>
                </a:cubicBezTo>
                <a:cubicBezTo>
                  <a:pt x="121443" y="-20986"/>
                  <a:pt x="235109" y="-20986"/>
                  <a:pt x="304906" y="62958"/>
                </a:cubicBezTo>
                <a:lnTo>
                  <a:pt x="321137" y="82441"/>
                </a:lnTo>
                <a:lnTo>
                  <a:pt x="337367" y="62958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2" name="Полилиния 81">
            <a:extLst>
              <a:ext uri="{FF2B5EF4-FFF2-40B4-BE49-F238E27FC236}">
                <a16:creationId xmlns:a16="http://schemas.microsoft.com/office/drawing/2014/main" id="{234167F8-112D-922E-DDFF-0E7EE38CD87D}"/>
              </a:ext>
            </a:extLst>
          </p:cNvPr>
          <p:cNvSpPr/>
          <p:nvPr userDrawn="1"/>
        </p:nvSpPr>
        <p:spPr>
          <a:xfrm>
            <a:off x="7138785" y="4632057"/>
            <a:ext cx="774065" cy="794226"/>
          </a:xfrm>
          <a:custGeom>
            <a:avLst/>
            <a:gdLst>
              <a:gd name="connsiteX0" fmla="*/ 605295 w 605295"/>
              <a:gd name="connsiteY0" fmla="*/ 310530 h 621060"/>
              <a:gd name="connsiteX1" fmla="*/ 276562 w 605295"/>
              <a:gd name="connsiteY1" fmla="*/ 621061 h 621060"/>
              <a:gd name="connsiteX2" fmla="*/ 276562 w 605295"/>
              <a:gd name="connsiteY2" fmla="*/ 464752 h 621060"/>
              <a:gd name="connsiteX3" fmla="*/ 0 w 605295"/>
              <a:gd name="connsiteY3" fmla="*/ 464752 h 621060"/>
              <a:gd name="connsiteX4" fmla="*/ 0 w 605295"/>
              <a:gd name="connsiteY4" fmla="*/ 155296 h 621060"/>
              <a:gd name="connsiteX5" fmla="*/ 276562 w 605295"/>
              <a:gd name="connsiteY5" fmla="*/ 155296 h 621060"/>
              <a:gd name="connsiteX6" fmla="*/ 276562 w 605295"/>
              <a:gd name="connsiteY6" fmla="*/ 0 h 621060"/>
              <a:gd name="connsiteX7" fmla="*/ 605295 w 605295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95" h="621060">
                <a:moveTo>
                  <a:pt x="605295" y="310530"/>
                </a:moveTo>
                <a:lnTo>
                  <a:pt x="276562" y="621061"/>
                </a:lnTo>
                <a:lnTo>
                  <a:pt x="276562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2" y="155296"/>
                </a:lnTo>
                <a:lnTo>
                  <a:pt x="276562" y="0"/>
                </a:lnTo>
                <a:lnTo>
                  <a:pt x="605295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3" name="Полилиния 82">
            <a:extLst>
              <a:ext uri="{FF2B5EF4-FFF2-40B4-BE49-F238E27FC236}">
                <a16:creationId xmlns:a16="http://schemas.microsoft.com/office/drawing/2014/main" id="{5F70E7A4-9B0D-7FC0-F165-C3F11FEA4AAD}"/>
              </a:ext>
            </a:extLst>
          </p:cNvPr>
          <p:cNvSpPr/>
          <p:nvPr userDrawn="1"/>
        </p:nvSpPr>
        <p:spPr>
          <a:xfrm>
            <a:off x="8170896" y="4619820"/>
            <a:ext cx="825373" cy="818700"/>
          </a:xfrm>
          <a:custGeom>
            <a:avLst/>
            <a:gdLst>
              <a:gd name="connsiteX0" fmla="*/ 322735 w 645416"/>
              <a:gd name="connsiteY0" fmla="*/ 0 h 640198"/>
              <a:gd name="connsiteX1" fmla="*/ 645416 w 645416"/>
              <a:gd name="connsiteY1" fmla="*/ 320099 h 640198"/>
              <a:gd name="connsiteX2" fmla="*/ 322735 w 645416"/>
              <a:gd name="connsiteY2" fmla="*/ 640199 h 640198"/>
              <a:gd name="connsiteX3" fmla="*/ 0 w 645416"/>
              <a:gd name="connsiteY3" fmla="*/ 320099 h 640198"/>
              <a:gd name="connsiteX4" fmla="*/ 322735 w 645416"/>
              <a:gd name="connsiteY4" fmla="*/ 0 h 640198"/>
              <a:gd name="connsiteX5" fmla="*/ 457775 w 645416"/>
              <a:gd name="connsiteY5" fmla="*/ 371132 h 640198"/>
              <a:gd name="connsiteX6" fmla="*/ 454024 w 645416"/>
              <a:gd name="connsiteY6" fmla="*/ 379777 h 640198"/>
              <a:gd name="connsiteX7" fmla="*/ 434526 w 645416"/>
              <a:gd name="connsiteY7" fmla="*/ 408426 h 640198"/>
              <a:gd name="connsiteX8" fmla="*/ 325948 w 645416"/>
              <a:gd name="connsiteY8" fmla="*/ 451583 h 640198"/>
              <a:gd name="connsiteX9" fmla="*/ 213031 w 645416"/>
              <a:gd name="connsiteY9" fmla="*/ 410439 h 640198"/>
              <a:gd name="connsiteX10" fmla="*/ 187801 w 645416"/>
              <a:gd name="connsiteY10" fmla="*/ 382636 h 640198"/>
              <a:gd name="connsiteX11" fmla="*/ 182284 w 645416"/>
              <a:gd name="connsiteY11" fmla="*/ 374184 h 640198"/>
              <a:gd name="connsiteX12" fmla="*/ 181213 w 645416"/>
              <a:gd name="connsiteY12" fmla="*/ 372321 h 640198"/>
              <a:gd name="connsiteX13" fmla="*/ 181213 w 645416"/>
              <a:gd name="connsiteY13" fmla="*/ 372295 h 640198"/>
              <a:gd name="connsiteX14" fmla="*/ 181213 w 645416"/>
              <a:gd name="connsiteY14" fmla="*/ 372362 h 640198"/>
              <a:gd name="connsiteX15" fmla="*/ 181266 w 645416"/>
              <a:gd name="connsiteY15" fmla="*/ 372393 h 640198"/>
              <a:gd name="connsiteX16" fmla="*/ 177142 w 645416"/>
              <a:gd name="connsiteY16" fmla="*/ 374889 h 640198"/>
              <a:gd name="connsiteX17" fmla="*/ 119934 w 645416"/>
              <a:gd name="connsiteY17" fmla="*/ 409500 h 640198"/>
              <a:gd name="connsiteX18" fmla="*/ 115863 w 645416"/>
              <a:gd name="connsiteY18" fmla="*/ 411996 h 640198"/>
              <a:gd name="connsiteX19" fmla="*/ 115863 w 645416"/>
              <a:gd name="connsiteY19" fmla="*/ 412042 h 640198"/>
              <a:gd name="connsiteX20" fmla="*/ 115916 w 645416"/>
              <a:gd name="connsiteY20" fmla="*/ 412131 h 640198"/>
              <a:gd name="connsiteX21" fmla="*/ 116023 w 645416"/>
              <a:gd name="connsiteY21" fmla="*/ 412333 h 640198"/>
              <a:gd name="connsiteX22" fmla="*/ 116292 w 645416"/>
              <a:gd name="connsiteY22" fmla="*/ 412857 h 640198"/>
              <a:gd name="connsiteX23" fmla="*/ 117094 w 645416"/>
              <a:gd name="connsiteY23" fmla="*/ 414326 h 640198"/>
              <a:gd name="connsiteX24" fmla="*/ 119666 w 645416"/>
              <a:gd name="connsiteY24" fmla="*/ 418829 h 640198"/>
              <a:gd name="connsiteX25" fmla="*/ 128986 w 645416"/>
              <a:gd name="connsiteY25" fmla="*/ 433110 h 640198"/>
              <a:gd name="connsiteX26" fmla="*/ 166268 w 645416"/>
              <a:gd name="connsiteY26" fmla="*/ 474295 h 640198"/>
              <a:gd name="connsiteX27" fmla="*/ 325948 w 645416"/>
              <a:gd name="connsiteY27" fmla="*/ 533493 h 640198"/>
              <a:gd name="connsiteX28" fmla="*/ 487610 w 645416"/>
              <a:gd name="connsiteY28" fmla="*/ 466065 h 640198"/>
              <a:gd name="connsiteX29" fmla="*/ 519749 w 645416"/>
              <a:gd name="connsiteY29" fmla="*/ 418690 h 640198"/>
              <a:gd name="connsiteX30" fmla="*/ 526874 w 645416"/>
              <a:gd name="connsiteY30" fmla="*/ 402282 h 640198"/>
              <a:gd name="connsiteX31" fmla="*/ 528696 w 645416"/>
              <a:gd name="connsiteY31" fmla="*/ 397057 h 640198"/>
              <a:gd name="connsiteX32" fmla="*/ 529284 w 645416"/>
              <a:gd name="connsiteY32" fmla="*/ 395334 h 640198"/>
              <a:gd name="connsiteX33" fmla="*/ 529445 w 645416"/>
              <a:gd name="connsiteY33" fmla="*/ 394706 h 640198"/>
              <a:gd name="connsiteX34" fmla="*/ 529552 w 645416"/>
              <a:gd name="connsiteY34" fmla="*/ 394457 h 640198"/>
              <a:gd name="connsiteX35" fmla="*/ 529552 w 645416"/>
              <a:gd name="connsiteY35" fmla="*/ 394348 h 640198"/>
              <a:gd name="connsiteX36" fmla="*/ 529552 w 645416"/>
              <a:gd name="connsiteY36" fmla="*/ 394296 h 640198"/>
              <a:gd name="connsiteX37" fmla="*/ 525160 w 645416"/>
              <a:gd name="connsiteY37" fmla="*/ 392729 h 640198"/>
              <a:gd name="connsiteX38" fmla="*/ 462809 w 645416"/>
              <a:gd name="connsiteY38" fmla="*/ 371184 h 640198"/>
              <a:gd name="connsiteX39" fmla="*/ 458363 w 645416"/>
              <a:gd name="connsiteY39" fmla="*/ 369617 h 640198"/>
              <a:gd name="connsiteX40" fmla="*/ 458363 w 645416"/>
              <a:gd name="connsiteY40" fmla="*/ 369576 h 640198"/>
              <a:gd name="connsiteX41" fmla="*/ 458417 w 645416"/>
              <a:gd name="connsiteY41" fmla="*/ 369493 h 640198"/>
              <a:gd name="connsiteX42" fmla="*/ 458417 w 645416"/>
              <a:gd name="connsiteY42" fmla="*/ 369363 h 640198"/>
              <a:gd name="connsiteX43" fmla="*/ 458417 w 645416"/>
              <a:gd name="connsiteY43" fmla="*/ 369337 h 640198"/>
              <a:gd name="connsiteX44" fmla="*/ 457775 w 645416"/>
              <a:gd name="connsiteY44" fmla="*/ 371132 h 64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45416" h="640198">
                <a:moveTo>
                  <a:pt x="322735" y="0"/>
                </a:moveTo>
                <a:cubicBezTo>
                  <a:pt x="500948" y="0"/>
                  <a:pt x="645416" y="143313"/>
                  <a:pt x="645416" y="320099"/>
                </a:cubicBezTo>
                <a:cubicBezTo>
                  <a:pt x="645416" y="496885"/>
                  <a:pt x="500948" y="640199"/>
                  <a:pt x="322735" y="640199"/>
                </a:cubicBezTo>
                <a:cubicBezTo>
                  <a:pt x="144521" y="640194"/>
                  <a:pt x="0" y="496884"/>
                  <a:pt x="0" y="320099"/>
                </a:cubicBezTo>
                <a:cubicBezTo>
                  <a:pt x="52" y="143313"/>
                  <a:pt x="144521" y="1"/>
                  <a:pt x="322735" y="0"/>
                </a:cubicBezTo>
                <a:close/>
                <a:moveTo>
                  <a:pt x="457775" y="371132"/>
                </a:moveTo>
                <a:cubicBezTo>
                  <a:pt x="457131" y="372973"/>
                  <a:pt x="455899" y="375984"/>
                  <a:pt x="454024" y="379777"/>
                </a:cubicBezTo>
                <a:cubicBezTo>
                  <a:pt x="450275" y="387406"/>
                  <a:pt x="444061" y="397891"/>
                  <a:pt x="434526" y="408426"/>
                </a:cubicBezTo>
                <a:cubicBezTo>
                  <a:pt x="416261" y="428663"/>
                  <a:pt x="383692" y="451583"/>
                  <a:pt x="325948" y="451583"/>
                </a:cubicBezTo>
                <a:cubicBezTo>
                  <a:pt x="272221" y="451583"/>
                  <a:pt x="235903" y="430606"/>
                  <a:pt x="213031" y="410439"/>
                </a:cubicBezTo>
                <a:cubicBezTo>
                  <a:pt x="201407" y="400201"/>
                  <a:pt x="193104" y="390025"/>
                  <a:pt x="187801" y="382636"/>
                </a:cubicBezTo>
                <a:cubicBezTo>
                  <a:pt x="185177" y="378959"/>
                  <a:pt x="183356" y="376020"/>
                  <a:pt x="182284" y="374184"/>
                </a:cubicBezTo>
                <a:cubicBezTo>
                  <a:pt x="181749" y="373268"/>
                  <a:pt x="181374" y="372630"/>
                  <a:pt x="181213" y="372321"/>
                </a:cubicBezTo>
                <a:lnTo>
                  <a:pt x="181213" y="372295"/>
                </a:lnTo>
                <a:cubicBezTo>
                  <a:pt x="181213" y="372314"/>
                  <a:pt x="181213" y="372340"/>
                  <a:pt x="181213" y="372362"/>
                </a:cubicBezTo>
                <a:cubicBezTo>
                  <a:pt x="181213" y="372373"/>
                  <a:pt x="181213" y="372388"/>
                  <a:pt x="181266" y="372393"/>
                </a:cubicBezTo>
                <a:cubicBezTo>
                  <a:pt x="181266" y="372402"/>
                  <a:pt x="181213" y="372443"/>
                  <a:pt x="177142" y="374889"/>
                </a:cubicBezTo>
                <a:lnTo>
                  <a:pt x="119934" y="409500"/>
                </a:lnTo>
                <a:cubicBezTo>
                  <a:pt x="116131" y="411816"/>
                  <a:pt x="115863" y="411977"/>
                  <a:pt x="115863" y="411996"/>
                </a:cubicBezTo>
                <a:cubicBezTo>
                  <a:pt x="115863" y="412003"/>
                  <a:pt x="115863" y="412029"/>
                  <a:pt x="115863" y="412042"/>
                </a:cubicBezTo>
                <a:cubicBezTo>
                  <a:pt x="115916" y="412070"/>
                  <a:pt x="115916" y="412100"/>
                  <a:pt x="115916" y="412131"/>
                </a:cubicBezTo>
                <a:cubicBezTo>
                  <a:pt x="115970" y="412192"/>
                  <a:pt x="116023" y="412260"/>
                  <a:pt x="116023" y="412333"/>
                </a:cubicBezTo>
                <a:cubicBezTo>
                  <a:pt x="116131" y="412482"/>
                  <a:pt x="116184" y="412660"/>
                  <a:pt x="116292" y="412857"/>
                </a:cubicBezTo>
                <a:cubicBezTo>
                  <a:pt x="116506" y="413253"/>
                  <a:pt x="116773" y="413745"/>
                  <a:pt x="117094" y="414326"/>
                </a:cubicBezTo>
                <a:cubicBezTo>
                  <a:pt x="117738" y="415486"/>
                  <a:pt x="118594" y="417004"/>
                  <a:pt x="119666" y="418829"/>
                </a:cubicBezTo>
                <a:cubicBezTo>
                  <a:pt x="121809" y="422480"/>
                  <a:pt x="124915" y="427383"/>
                  <a:pt x="128986" y="433110"/>
                </a:cubicBezTo>
                <a:cubicBezTo>
                  <a:pt x="137128" y="444535"/>
                  <a:pt x="149395" y="459449"/>
                  <a:pt x="166268" y="474295"/>
                </a:cubicBezTo>
                <a:cubicBezTo>
                  <a:pt x="200283" y="504297"/>
                  <a:pt x="252670" y="533493"/>
                  <a:pt x="325948" y="533493"/>
                </a:cubicBezTo>
                <a:cubicBezTo>
                  <a:pt x="404529" y="533493"/>
                  <a:pt x="455953" y="501117"/>
                  <a:pt x="487610" y="466065"/>
                </a:cubicBezTo>
                <a:cubicBezTo>
                  <a:pt x="503038" y="448957"/>
                  <a:pt x="513268" y="431794"/>
                  <a:pt x="519749" y="418690"/>
                </a:cubicBezTo>
                <a:cubicBezTo>
                  <a:pt x="522964" y="412118"/>
                  <a:pt x="525321" y="406489"/>
                  <a:pt x="526874" y="402282"/>
                </a:cubicBezTo>
                <a:cubicBezTo>
                  <a:pt x="527677" y="400176"/>
                  <a:pt x="528267" y="398412"/>
                  <a:pt x="528696" y="397057"/>
                </a:cubicBezTo>
                <a:cubicBezTo>
                  <a:pt x="528964" y="396381"/>
                  <a:pt x="529124" y="395803"/>
                  <a:pt x="529284" y="395334"/>
                </a:cubicBezTo>
                <a:cubicBezTo>
                  <a:pt x="529338" y="395099"/>
                  <a:pt x="529392" y="394887"/>
                  <a:pt x="529445" y="394706"/>
                </a:cubicBezTo>
                <a:cubicBezTo>
                  <a:pt x="529499" y="394617"/>
                  <a:pt x="529499" y="394533"/>
                  <a:pt x="529552" y="394457"/>
                </a:cubicBezTo>
                <a:cubicBezTo>
                  <a:pt x="529552" y="394420"/>
                  <a:pt x="529552" y="394382"/>
                  <a:pt x="529552" y="394348"/>
                </a:cubicBezTo>
                <a:cubicBezTo>
                  <a:pt x="529552" y="394331"/>
                  <a:pt x="529552" y="394305"/>
                  <a:pt x="529552" y="394296"/>
                </a:cubicBezTo>
                <a:cubicBezTo>
                  <a:pt x="529552" y="394280"/>
                  <a:pt x="529338" y="394191"/>
                  <a:pt x="525160" y="392729"/>
                </a:cubicBezTo>
                <a:lnTo>
                  <a:pt x="462809" y="371184"/>
                </a:lnTo>
                <a:cubicBezTo>
                  <a:pt x="458363" y="369639"/>
                  <a:pt x="458363" y="369628"/>
                  <a:pt x="458363" y="369617"/>
                </a:cubicBezTo>
                <a:cubicBezTo>
                  <a:pt x="458363" y="369609"/>
                  <a:pt x="458363" y="369589"/>
                  <a:pt x="458363" y="369576"/>
                </a:cubicBezTo>
                <a:cubicBezTo>
                  <a:pt x="458363" y="369548"/>
                  <a:pt x="458363" y="369517"/>
                  <a:pt x="458417" y="369493"/>
                </a:cubicBezTo>
                <a:cubicBezTo>
                  <a:pt x="458417" y="369445"/>
                  <a:pt x="458417" y="369399"/>
                  <a:pt x="458417" y="369363"/>
                </a:cubicBezTo>
                <a:lnTo>
                  <a:pt x="458417" y="369337"/>
                </a:lnTo>
                <a:cubicBezTo>
                  <a:pt x="458363" y="369602"/>
                  <a:pt x="458149" y="370218"/>
                  <a:pt x="457775" y="371132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4" name="Полилиния 83">
            <a:extLst>
              <a:ext uri="{FF2B5EF4-FFF2-40B4-BE49-F238E27FC236}">
                <a16:creationId xmlns:a16="http://schemas.microsoft.com/office/drawing/2014/main" id="{CBA0A953-9D66-C9DF-E869-39B7CF15C8EE}"/>
              </a:ext>
            </a:extLst>
          </p:cNvPr>
          <p:cNvSpPr/>
          <p:nvPr userDrawn="1"/>
        </p:nvSpPr>
        <p:spPr>
          <a:xfrm rot="5400000">
            <a:off x="9468333" y="4406113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5" name="Полилиния 84">
            <a:extLst>
              <a:ext uri="{FF2B5EF4-FFF2-40B4-BE49-F238E27FC236}">
                <a16:creationId xmlns:a16="http://schemas.microsoft.com/office/drawing/2014/main" id="{2F8A2BFF-8199-C49F-32C2-F02A0F36E5D7}"/>
              </a:ext>
            </a:extLst>
          </p:cNvPr>
          <p:cNvSpPr/>
          <p:nvPr userDrawn="1"/>
        </p:nvSpPr>
        <p:spPr>
          <a:xfrm rot="5400000">
            <a:off x="9468333" y="485800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6" name="Полилиния 85">
            <a:extLst>
              <a:ext uri="{FF2B5EF4-FFF2-40B4-BE49-F238E27FC236}">
                <a16:creationId xmlns:a16="http://schemas.microsoft.com/office/drawing/2014/main" id="{AE035941-6B4D-88F6-6604-BAD90612AA7D}"/>
              </a:ext>
            </a:extLst>
          </p:cNvPr>
          <p:cNvSpPr/>
          <p:nvPr userDrawn="1"/>
        </p:nvSpPr>
        <p:spPr>
          <a:xfrm>
            <a:off x="10313141" y="4620479"/>
            <a:ext cx="1644786" cy="817384"/>
          </a:xfrm>
          <a:custGeom>
            <a:avLst/>
            <a:gdLst>
              <a:gd name="connsiteX0" fmla="*/ 964990 w 1286171"/>
              <a:gd name="connsiteY0" fmla="*/ 0 h 639169"/>
              <a:gd name="connsiteX1" fmla="*/ 1286172 w 1286171"/>
              <a:gd name="connsiteY1" fmla="*/ 318506 h 639169"/>
              <a:gd name="connsiteX2" fmla="*/ 1286065 w 1286171"/>
              <a:gd name="connsiteY2" fmla="*/ 326735 h 639169"/>
              <a:gd name="connsiteX3" fmla="*/ 985078 w 1286171"/>
              <a:gd name="connsiteY3" fmla="*/ 636470 h 639169"/>
              <a:gd name="connsiteX4" fmla="*/ 985078 w 1286171"/>
              <a:gd name="connsiteY4" fmla="*/ 637224 h 639169"/>
              <a:gd name="connsiteX5" fmla="*/ 964990 w 1286171"/>
              <a:gd name="connsiteY5" fmla="*/ 637224 h 639169"/>
              <a:gd name="connsiteX6" fmla="*/ 778688 w 1286171"/>
              <a:gd name="connsiteY6" fmla="*/ 555332 h 639169"/>
              <a:gd name="connsiteX7" fmla="*/ 642738 w 1286171"/>
              <a:gd name="connsiteY7" fmla="*/ 425876 h 639169"/>
              <a:gd name="connsiteX8" fmla="*/ 507109 w 1286171"/>
              <a:gd name="connsiteY8" fmla="*/ 556230 h 639169"/>
              <a:gd name="connsiteX9" fmla="*/ 327073 w 1286171"/>
              <a:gd name="connsiteY9" fmla="*/ 639063 h 639169"/>
              <a:gd name="connsiteX10" fmla="*/ 321181 w 1286171"/>
              <a:gd name="connsiteY10" fmla="*/ 639169 h 639169"/>
              <a:gd name="connsiteX11" fmla="*/ 107 w 1286171"/>
              <a:gd name="connsiteY11" fmla="*/ 328780 h 639169"/>
              <a:gd name="connsiteX12" fmla="*/ 0 w 1286171"/>
              <a:gd name="connsiteY12" fmla="*/ 320560 h 639169"/>
              <a:gd name="connsiteX13" fmla="*/ 321181 w 1286171"/>
              <a:gd name="connsiteY13" fmla="*/ 2055 h 639169"/>
              <a:gd name="connsiteX14" fmla="*/ 327073 w 1286171"/>
              <a:gd name="connsiteY14" fmla="*/ 2164 h 639169"/>
              <a:gd name="connsiteX15" fmla="*/ 507484 w 1286171"/>
              <a:gd name="connsiteY15" fmla="*/ 83917 h 639169"/>
              <a:gd name="connsiteX16" fmla="*/ 643380 w 1286171"/>
              <a:gd name="connsiteY16" fmla="*/ 213314 h 639169"/>
              <a:gd name="connsiteX17" fmla="*/ 779063 w 1286171"/>
              <a:gd name="connsiteY17" fmla="*/ 82962 h 639169"/>
              <a:gd name="connsiteX18" fmla="*/ 964990 w 1286171"/>
              <a:gd name="connsiteY18" fmla="*/ 0 h 639169"/>
              <a:gd name="connsiteX19" fmla="*/ 1145132 w 1286171"/>
              <a:gd name="connsiteY19" fmla="*/ 557856 h 639169"/>
              <a:gd name="connsiteX20" fmla="*/ 1145132 w 1286171"/>
              <a:gd name="connsiteY20" fmla="*/ 557862 h 639169"/>
              <a:gd name="connsiteX21" fmla="*/ 1145132 w 1286171"/>
              <a:gd name="connsiteY21" fmla="*/ 557856 h 639169"/>
              <a:gd name="connsiteX22" fmla="*/ 1172719 w 1286171"/>
              <a:gd name="connsiteY22" fmla="*/ 534732 h 639169"/>
              <a:gd name="connsiteX23" fmla="*/ 1167416 w 1286171"/>
              <a:gd name="connsiteY23" fmla="*/ 539615 h 639169"/>
              <a:gd name="connsiteX24" fmla="*/ 1172719 w 1286171"/>
              <a:gd name="connsiteY24" fmla="*/ 534732 h 639169"/>
              <a:gd name="connsiteX25" fmla="*/ 79866 w 1286171"/>
              <a:gd name="connsiteY25" fmla="*/ 499243 h 639169"/>
              <a:gd name="connsiteX26" fmla="*/ 79866 w 1286171"/>
              <a:gd name="connsiteY26" fmla="*/ 499238 h 639169"/>
              <a:gd name="connsiteX27" fmla="*/ 79866 w 1286171"/>
              <a:gd name="connsiteY27" fmla="*/ 499243 h 639169"/>
              <a:gd name="connsiteX28" fmla="*/ 336983 w 1286171"/>
              <a:gd name="connsiteY28" fmla="*/ 155327 h 639169"/>
              <a:gd name="connsiteX29" fmla="*/ 170446 w 1286171"/>
              <a:gd name="connsiteY29" fmla="*/ 320560 h 639169"/>
              <a:gd name="connsiteX30" fmla="*/ 170500 w 1286171"/>
              <a:gd name="connsiteY30" fmla="*/ 324826 h 639169"/>
              <a:gd name="connsiteX31" fmla="*/ 336983 w 1286171"/>
              <a:gd name="connsiteY31" fmla="*/ 485778 h 639169"/>
              <a:gd name="connsiteX32" fmla="*/ 340786 w 1286171"/>
              <a:gd name="connsiteY32" fmla="*/ 485674 h 639169"/>
              <a:gd name="connsiteX33" fmla="*/ 406672 w 1286171"/>
              <a:gd name="connsiteY33" fmla="*/ 460160 h 639169"/>
              <a:gd name="connsiteX34" fmla="*/ 480326 w 1286171"/>
              <a:gd name="connsiteY34" fmla="*/ 399423 h 639169"/>
              <a:gd name="connsiteX35" fmla="*/ 550230 w 1286171"/>
              <a:gd name="connsiteY35" fmla="*/ 320560 h 639169"/>
              <a:gd name="connsiteX36" fmla="*/ 537158 w 1286171"/>
              <a:gd name="connsiteY36" fmla="*/ 304252 h 639169"/>
              <a:gd name="connsiteX37" fmla="*/ 480701 w 1286171"/>
              <a:gd name="connsiteY37" fmla="*/ 242087 h 639169"/>
              <a:gd name="connsiteX38" fmla="*/ 406887 w 1286171"/>
              <a:gd name="connsiteY38" fmla="*/ 181096 h 639169"/>
              <a:gd name="connsiteX39" fmla="*/ 340840 w 1286171"/>
              <a:gd name="connsiteY39" fmla="*/ 155436 h 639169"/>
              <a:gd name="connsiteX40" fmla="*/ 336983 w 1286171"/>
              <a:gd name="connsiteY40" fmla="*/ 155327 h 639169"/>
              <a:gd name="connsiteX41" fmla="*/ 949189 w 1286171"/>
              <a:gd name="connsiteY41" fmla="*/ 153392 h 639169"/>
              <a:gd name="connsiteX42" fmla="*/ 879446 w 1286171"/>
              <a:gd name="connsiteY42" fmla="*/ 179041 h 639169"/>
              <a:gd name="connsiteX43" fmla="*/ 805793 w 1286171"/>
              <a:gd name="connsiteY43" fmla="*/ 239830 h 639169"/>
              <a:gd name="connsiteX44" fmla="*/ 749280 w 1286171"/>
              <a:gd name="connsiteY44" fmla="*/ 301952 h 639169"/>
              <a:gd name="connsiteX45" fmla="*/ 735889 w 1286171"/>
              <a:gd name="connsiteY45" fmla="*/ 318615 h 639169"/>
              <a:gd name="connsiteX46" fmla="*/ 805685 w 1286171"/>
              <a:gd name="connsiteY46" fmla="*/ 397316 h 639169"/>
              <a:gd name="connsiteX47" fmla="*/ 879392 w 1286171"/>
              <a:gd name="connsiteY47" fmla="*/ 458168 h 639169"/>
              <a:gd name="connsiteX48" fmla="*/ 949189 w 1286171"/>
              <a:gd name="connsiteY48" fmla="*/ 483843 h 639169"/>
              <a:gd name="connsiteX49" fmla="*/ 953474 w 1286171"/>
              <a:gd name="connsiteY49" fmla="*/ 483785 h 639169"/>
              <a:gd name="connsiteX50" fmla="*/ 1115725 w 1286171"/>
              <a:gd name="connsiteY50" fmla="*/ 318615 h 639169"/>
              <a:gd name="connsiteX51" fmla="*/ 953474 w 1286171"/>
              <a:gd name="connsiteY51" fmla="*/ 153449 h 639169"/>
              <a:gd name="connsiteX52" fmla="*/ 949189 w 1286171"/>
              <a:gd name="connsiteY52" fmla="*/ 153392 h 639169"/>
              <a:gd name="connsiteX53" fmla="*/ 412404 w 1286171"/>
              <a:gd name="connsiteY53" fmla="*/ 480111 h 639169"/>
              <a:gd name="connsiteX54" fmla="*/ 408333 w 1286171"/>
              <a:gd name="connsiteY54" fmla="*/ 482535 h 639169"/>
              <a:gd name="connsiteX55" fmla="*/ 417546 w 1286171"/>
              <a:gd name="connsiteY55" fmla="*/ 476941 h 639169"/>
              <a:gd name="connsiteX56" fmla="*/ 412404 w 1286171"/>
              <a:gd name="connsiteY56" fmla="*/ 480111 h 639169"/>
              <a:gd name="connsiteX57" fmla="*/ 700642 w 1286171"/>
              <a:gd name="connsiteY57" fmla="*/ 458250 h 639169"/>
              <a:gd name="connsiteX58" fmla="*/ 719497 w 1286171"/>
              <a:gd name="connsiteY58" fmla="*/ 476931 h 639169"/>
              <a:gd name="connsiteX59" fmla="*/ 700642 w 1286171"/>
              <a:gd name="connsiteY59" fmla="*/ 458250 h 639169"/>
              <a:gd name="connsiteX60" fmla="*/ 32567 w 1286171"/>
              <a:gd name="connsiteY60" fmla="*/ 405842 h 639169"/>
              <a:gd name="connsiteX61" fmla="*/ 32567 w 1286171"/>
              <a:gd name="connsiteY61" fmla="*/ 405847 h 639169"/>
              <a:gd name="connsiteX62" fmla="*/ 32567 w 1286171"/>
              <a:gd name="connsiteY62" fmla="*/ 405842 h 639169"/>
              <a:gd name="connsiteX63" fmla="*/ 534321 w 1286171"/>
              <a:gd name="connsiteY63" fmla="*/ 269958 h 639169"/>
              <a:gd name="connsiteX64" fmla="*/ 534321 w 1286171"/>
              <a:gd name="connsiteY64" fmla="*/ 269962 h 639169"/>
              <a:gd name="connsiteX65" fmla="*/ 534321 w 1286171"/>
              <a:gd name="connsiteY65" fmla="*/ 269958 h 639169"/>
              <a:gd name="connsiteX66" fmla="*/ 486004 w 1286171"/>
              <a:gd name="connsiteY66" fmla="*/ 219307 h 639169"/>
              <a:gd name="connsiteX67" fmla="*/ 486004 w 1286171"/>
              <a:gd name="connsiteY67" fmla="*/ 219303 h 639169"/>
              <a:gd name="connsiteX68" fmla="*/ 486004 w 1286171"/>
              <a:gd name="connsiteY68" fmla="*/ 219307 h 639169"/>
              <a:gd name="connsiteX69" fmla="*/ 1087336 w 1286171"/>
              <a:gd name="connsiteY69" fmla="*/ 194115 h 639169"/>
              <a:gd name="connsiteX70" fmla="*/ 1087336 w 1286171"/>
              <a:gd name="connsiteY70" fmla="*/ 194110 h 639169"/>
              <a:gd name="connsiteX71" fmla="*/ 1087336 w 1286171"/>
              <a:gd name="connsiteY71" fmla="*/ 194115 h 639169"/>
              <a:gd name="connsiteX72" fmla="*/ 447972 w 1286171"/>
              <a:gd name="connsiteY72" fmla="*/ 185989 h 639169"/>
              <a:gd name="connsiteX73" fmla="*/ 447972 w 1286171"/>
              <a:gd name="connsiteY73" fmla="*/ 185984 h 639169"/>
              <a:gd name="connsiteX74" fmla="*/ 447972 w 1286171"/>
              <a:gd name="connsiteY74" fmla="*/ 185989 h 639169"/>
              <a:gd name="connsiteX75" fmla="*/ 1049786 w 1286171"/>
              <a:gd name="connsiteY75" fmla="*/ 162618 h 639169"/>
              <a:gd name="connsiteX76" fmla="*/ 1049786 w 1286171"/>
              <a:gd name="connsiteY76" fmla="*/ 162623 h 639169"/>
              <a:gd name="connsiteX77" fmla="*/ 1049786 w 1286171"/>
              <a:gd name="connsiteY77" fmla="*/ 162618 h 639169"/>
              <a:gd name="connsiteX78" fmla="*/ 281488 w 1286171"/>
              <a:gd name="connsiteY78" fmla="*/ 143709 h 639169"/>
              <a:gd name="connsiteX79" fmla="*/ 281488 w 1286171"/>
              <a:gd name="connsiteY79" fmla="*/ 143715 h 639169"/>
              <a:gd name="connsiteX80" fmla="*/ 281488 w 1286171"/>
              <a:gd name="connsiteY80" fmla="*/ 143709 h 639169"/>
              <a:gd name="connsiteX81" fmla="*/ 1000291 w 1286171"/>
              <a:gd name="connsiteY81" fmla="*/ 140471 h 639169"/>
              <a:gd name="connsiteX82" fmla="*/ 1000291 w 1286171"/>
              <a:gd name="connsiteY82" fmla="*/ 140476 h 639169"/>
              <a:gd name="connsiteX83" fmla="*/ 1000291 w 1286171"/>
              <a:gd name="connsiteY83" fmla="*/ 140471 h 639169"/>
              <a:gd name="connsiteX84" fmla="*/ 972918 w 1286171"/>
              <a:gd name="connsiteY84" fmla="*/ 134940 h 639169"/>
              <a:gd name="connsiteX85" fmla="*/ 972918 w 1286171"/>
              <a:gd name="connsiteY85" fmla="*/ 134934 h 639169"/>
              <a:gd name="connsiteX86" fmla="*/ 972918 w 1286171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171" h="639169">
                <a:moveTo>
                  <a:pt x="964990" y="0"/>
                </a:moveTo>
                <a:cubicBezTo>
                  <a:pt x="1142454" y="0"/>
                  <a:pt x="1286172" y="142456"/>
                  <a:pt x="1286172" y="318506"/>
                </a:cubicBezTo>
                <a:lnTo>
                  <a:pt x="1286065" y="326735"/>
                </a:lnTo>
                <a:cubicBezTo>
                  <a:pt x="1281833" y="492309"/>
                  <a:pt x="1150329" y="626348"/>
                  <a:pt x="985078" y="636470"/>
                </a:cubicBezTo>
                <a:lnTo>
                  <a:pt x="985078" y="637224"/>
                </a:lnTo>
                <a:lnTo>
                  <a:pt x="964990" y="637224"/>
                </a:lnTo>
                <a:cubicBezTo>
                  <a:pt x="902319" y="637224"/>
                  <a:pt x="836432" y="600189"/>
                  <a:pt x="778688" y="555332"/>
                </a:cubicBezTo>
                <a:cubicBezTo>
                  <a:pt x="727478" y="515517"/>
                  <a:pt x="679913" y="467264"/>
                  <a:pt x="642738" y="425876"/>
                </a:cubicBezTo>
                <a:cubicBezTo>
                  <a:pt x="605670" y="467315"/>
                  <a:pt x="558211" y="515993"/>
                  <a:pt x="507109" y="556230"/>
                </a:cubicBezTo>
                <a:cubicBezTo>
                  <a:pt x="451401" y="600125"/>
                  <a:pt x="387924" y="636810"/>
                  <a:pt x="327073" y="639063"/>
                </a:cubicBezTo>
                <a:lnTo>
                  <a:pt x="321181" y="639169"/>
                </a:lnTo>
                <a:cubicBezTo>
                  <a:pt x="146502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17" y="2055"/>
                  <a:pt x="321181" y="2055"/>
                </a:cubicBezTo>
                <a:lnTo>
                  <a:pt x="327073" y="2164"/>
                </a:lnTo>
                <a:cubicBezTo>
                  <a:pt x="387924" y="4378"/>
                  <a:pt x="451560" y="40473"/>
                  <a:pt x="507484" y="83917"/>
                </a:cubicBezTo>
                <a:cubicBezTo>
                  <a:pt x="558692" y="123714"/>
                  <a:pt x="606259" y="171944"/>
                  <a:pt x="643380" y="213314"/>
                </a:cubicBezTo>
                <a:cubicBezTo>
                  <a:pt x="680501" y="171874"/>
                  <a:pt x="728015" y="123205"/>
                  <a:pt x="779063" y="82962"/>
                </a:cubicBezTo>
                <a:cubicBezTo>
                  <a:pt x="836593" y="37644"/>
                  <a:pt x="902372" y="1"/>
                  <a:pt x="964990" y="0"/>
                </a:cubicBezTo>
                <a:close/>
                <a:moveTo>
                  <a:pt x="1145132" y="557856"/>
                </a:moveTo>
                <a:lnTo>
                  <a:pt x="1145132" y="557862"/>
                </a:lnTo>
                <a:lnTo>
                  <a:pt x="1145132" y="557856"/>
                </a:lnTo>
                <a:close/>
                <a:moveTo>
                  <a:pt x="1172719" y="534732"/>
                </a:moveTo>
                <a:cubicBezTo>
                  <a:pt x="1170951" y="536379"/>
                  <a:pt x="1169185" y="538005"/>
                  <a:pt x="1167416" y="539615"/>
                </a:cubicBezTo>
                <a:cubicBezTo>
                  <a:pt x="1169185" y="538005"/>
                  <a:pt x="1170951" y="536379"/>
                  <a:pt x="1172719" y="534732"/>
                </a:cubicBezTo>
                <a:close/>
                <a:moveTo>
                  <a:pt x="79866" y="499243"/>
                </a:moveTo>
                <a:lnTo>
                  <a:pt x="79866" y="499238"/>
                </a:lnTo>
                <a:lnTo>
                  <a:pt x="79866" y="499243"/>
                </a:lnTo>
                <a:close/>
                <a:moveTo>
                  <a:pt x="336983" y="155327"/>
                </a:moveTo>
                <a:cubicBezTo>
                  <a:pt x="245011" y="155328"/>
                  <a:pt x="170446" y="229309"/>
                  <a:pt x="170446" y="320560"/>
                </a:cubicBezTo>
                <a:lnTo>
                  <a:pt x="170500" y="324826"/>
                </a:lnTo>
                <a:cubicBezTo>
                  <a:pt x="172804" y="414102"/>
                  <a:pt x="246457" y="485778"/>
                  <a:pt x="336983" y="485778"/>
                </a:cubicBezTo>
                <a:lnTo>
                  <a:pt x="340786" y="485674"/>
                </a:lnTo>
                <a:cubicBezTo>
                  <a:pt x="360017" y="484608"/>
                  <a:pt x="382461" y="475581"/>
                  <a:pt x="406672" y="460160"/>
                </a:cubicBezTo>
                <a:cubicBezTo>
                  <a:pt x="432116" y="443941"/>
                  <a:pt x="457506" y="421967"/>
                  <a:pt x="480326" y="399423"/>
                </a:cubicBezTo>
                <a:cubicBezTo>
                  <a:pt x="511822" y="368259"/>
                  <a:pt x="537427" y="336961"/>
                  <a:pt x="550230" y="320560"/>
                </a:cubicBezTo>
                <a:cubicBezTo>
                  <a:pt x="546747" y="316119"/>
                  <a:pt x="542355" y="310575"/>
                  <a:pt x="537158" y="304252"/>
                </a:cubicBezTo>
                <a:cubicBezTo>
                  <a:pt x="523125" y="287236"/>
                  <a:pt x="503467" y="264623"/>
                  <a:pt x="480701" y="242087"/>
                </a:cubicBezTo>
                <a:cubicBezTo>
                  <a:pt x="457882" y="219475"/>
                  <a:pt x="432438" y="197398"/>
                  <a:pt x="406887" y="181096"/>
                </a:cubicBezTo>
                <a:cubicBezTo>
                  <a:pt x="382621" y="165596"/>
                  <a:pt x="360124" y="156512"/>
                  <a:pt x="340840" y="155436"/>
                </a:cubicBezTo>
                <a:lnTo>
                  <a:pt x="336983" y="155327"/>
                </a:lnTo>
                <a:close/>
                <a:moveTo>
                  <a:pt x="949189" y="153392"/>
                </a:moveTo>
                <a:cubicBezTo>
                  <a:pt x="929102" y="153392"/>
                  <a:pt x="905319" y="162575"/>
                  <a:pt x="879446" y="179041"/>
                </a:cubicBezTo>
                <a:cubicBezTo>
                  <a:pt x="854002" y="195276"/>
                  <a:pt x="828612" y="217272"/>
                  <a:pt x="805793" y="239830"/>
                </a:cubicBezTo>
                <a:cubicBezTo>
                  <a:pt x="783081" y="262311"/>
                  <a:pt x="763369" y="284899"/>
                  <a:pt x="749280" y="301952"/>
                </a:cubicBezTo>
                <a:cubicBezTo>
                  <a:pt x="743977" y="308428"/>
                  <a:pt x="739477" y="314092"/>
                  <a:pt x="735889" y="318615"/>
                </a:cubicBezTo>
                <a:cubicBezTo>
                  <a:pt x="748744" y="334984"/>
                  <a:pt x="774241" y="366201"/>
                  <a:pt x="805685" y="397316"/>
                </a:cubicBezTo>
                <a:cubicBezTo>
                  <a:pt x="828504" y="419889"/>
                  <a:pt x="853895" y="441913"/>
                  <a:pt x="879392" y="458168"/>
                </a:cubicBezTo>
                <a:cubicBezTo>
                  <a:pt x="905265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464" y="481522"/>
                  <a:pt x="1115725" y="408439"/>
                  <a:pt x="1115725" y="318615"/>
                </a:cubicBezTo>
                <a:cubicBezTo>
                  <a:pt x="1115725" y="228790"/>
                  <a:pt x="1043464" y="155712"/>
                  <a:pt x="953474" y="153449"/>
                </a:cubicBezTo>
                <a:lnTo>
                  <a:pt x="949189" y="153392"/>
                </a:lnTo>
                <a:close/>
                <a:moveTo>
                  <a:pt x="412404" y="480111"/>
                </a:moveTo>
                <a:cubicBezTo>
                  <a:pt x="411065" y="480938"/>
                  <a:pt x="409726" y="481739"/>
                  <a:pt x="408333" y="482535"/>
                </a:cubicBezTo>
                <a:cubicBezTo>
                  <a:pt x="411386" y="480745"/>
                  <a:pt x="414493" y="478886"/>
                  <a:pt x="417546" y="476941"/>
                </a:cubicBezTo>
                <a:lnTo>
                  <a:pt x="412404" y="480111"/>
                </a:lnTo>
                <a:close/>
                <a:moveTo>
                  <a:pt x="700642" y="458250"/>
                </a:moveTo>
                <a:cubicBezTo>
                  <a:pt x="706803" y="464470"/>
                  <a:pt x="713070" y="470710"/>
                  <a:pt x="719497" y="476931"/>
                </a:cubicBezTo>
                <a:cubicBezTo>
                  <a:pt x="713070" y="470710"/>
                  <a:pt x="706803" y="464470"/>
                  <a:pt x="700642" y="458250"/>
                </a:cubicBezTo>
                <a:close/>
                <a:moveTo>
                  <a:pt x="32567" y="405842"/>
                </a:moveTo>
                <a:lnTo>
                  <a:pt x="32567" y="405847"/>
                </a:lnTo>
                <a:lnTo>
                  <a:pt x="32567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36" y="194115"/>
                </a:moveTo>
                <a:lnTo>
                  <a:pt x="1087336" y="194110"/>
                </a:lnTo>
                <a:lnTo>
                  <a:pt x="1087336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488" y="143709"/>
                </a:moveTo>
                <a:lnTo>
                  <a:pt x="281488" y="143715"/>
                </a:lnTo>
                <a:lnTo>
                  <a:pt x="281488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18" y="134940"/>
                </a:moveTo>
                <a:lnTo>
                  <a:pt x="972918" y="134934"/>
                </a:lnTo>
                <a:lnTo>
                  <a:pt x="972918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8" name="Полилиния 87">
            <a:extLst>
              <a:ext uri="{FF2B5EF4-FFF2-40B4-BE49-F238E27FC236}">
                <a16:creationId xmlns:a16="http://schemas.microsoft.com/office/drawing/2014/main" id="{EFEAF20A-7C93-A9E8-9BA1-25242F8739BE}"/>
              </a:ext>
            </a:extLst>
          </p:cNvPr>
          <p:cNvSpPr/>
          <p:nvPr userDrawn="1"/>
        </p:nvSpPr>
        <p:spPr>
          <a:xfrm rot="5400000">
            <a:off x="6416161" y="553216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9" name="Полилиния 88">
            <a:extLst>
              <a:ext uri="{FF2B5EF4-FFF2-40B4-BE49-F238E27FC236}">
                <a16:creationId xmlns:a16="http://schemas.microsoft.com/office/drawing/2014/main" id="{44051F98-B824-DA6E-B161-16534E2CDB60}"/>
              </a:ext>
            </a:extLst>
          </p:cNvPr>
          <p:cNvSpPr/>
          <p:nvPr userDrawn="1"/>
        </p:nvSpPr>
        <p:spPr>
          <a:xfrm rot="5400000">
            <a:off x="6416161" y="5984048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0" name="Полилиния 89">
            <a:extLst>
              <a:ext uri="{FF2B5EF4-FFF2-40B4-BE49-F238E27FC236}">
                <a16:creationId xmlns:a16="http://schemas.microsoft.com/office/drawing/2014/main" id="{FE60269F-0694-6311-A4E1-B7B375BBBD2C}"/>
              </a:ext>
            </a:extLst>
          </p:cNvPr>
          <p:cNvSpPr/>
          <p:nvPr userDrawn="1"/>
        </p:nvSpPr>
        <p:spPr>
          <a:xfrm>
            <a:off x="7260970" y="5746526"/>
            <a:ext cx="1644786" cy="817384"/>
          </a:xfrm>
          <a:custGeom>
            <a:avLst/>
            <a:gdLst>
              <a:gd name="connsiteX0" fmla="*/ 964990 w 1286171"/>
              <a:gd name="connsiteY0" fmla="*/ 0 h 639169"/>
              <a:gd name="connsiteX1" fmla="*/ 1286172 w 1286171"/>
              <a:gd name="connsiteY1" fmla="*/ 318506 h 639169"/>
              <a:gd name="connsiteX2" fmla="*/ 1286065 w 1286171"/>
              <a:gd name="connsiteY2" fmla="*/ 326735 h 639169"/>
              <a:gd name="connsiteX3" fmla="*/ 985078 w 1286171"/>
              <a:gd name="connsiteY3" fmla="*/ 636470 h 639169"/>
              <a:gd name="connsiteX4" fmla="*/ 985078 w 1286171"/>
              <a:gd name="connsiteY4" fmla="*/ 637224 h 639169"/>
              <a:gd name="connsiteX5" fmla="*/ 964990 w 1286171"/>
              <a:gd name="connsiteY5" fmla="*/ 637224 h 639169"/>
              <a:gd name="connsiteX6" fmla="*/ 778688 w 1286171"/>
              <a:gd name="connsiteY6" fmla="*/ 555332 h 639169"/>
              <a:gd name="connsiteX7" fmla="*/ 642738 w 1286171"/>
              <a:gd name="connsiteY7" fmla="*/ 425876 h 639169"/>
              <a:gd name="connsiteX8" fmla="*/ 507109 w 1286171"/>
              <a:gd name="connsiteY8" fmla="*/ 556230 h 639169"/>
              <a:gd name="connsiteX9" fmla="*/ 327073 w 1286171"/>
              <a:gd name="connsiteY9" fmla="*/ 639063 h 639169"/>
              <a:gd name="connsiteX10" fmla="*/ 321181 w 1286171"/>
              <a:gd name="connsiteY10" fmla="*/ 639169 h 639169"/>
              <a:gd name="connsiteX11" fmla="*/ 107 w 1286171"/>
              <a:gd name="connsiteY11" fmla="*/ 328780 h 639169"/>
              <a:gd name="connsiteX12" fmla="*/ 0 w 1286171"/>
              <a:gd name="connsiteY12" fmla="*/ 320560 h 639169"/>
              <a:gd name="connsiteX13" fmla="*/ 321181 w 1286171"/>
              <a:gd name="connsiteY13" fmla="*/ 2055 h 639169"/>
              <a:gd name="connsiteX14" fmla="*/ 327073 w 1286171"/>
              <a:gd name="connsiteY14" fmla="*/ 2164 h 639169"/>
              <a:gd name="connsiteX15" fmla="*/ 507484 w 1286171"/>
              <a:gd name="connsiteY15" fmla="*/ 83917 h 639169"/>
              <a:gd name="connsiteX16" fmla="*/ 643380 w 1286171"/>
              <a:gd name="connsiteY16" fmla="*/ 213314 h 639169"/>
              <a:gd name="connsiteX17" fmla="*/ 779063 w 1286171"/>
              <a:gd name="connsiteY17" fmla="*/ 82962 h 639169"/>
              <a:gd name="connsiteX18" fmla="*/ 964990 w 1286171"/>
              <a:gd name="connsiteY18" fmla="*/ 0 h 639169"/>
              <a:gd name="connsiteX19" fmla="*/ 1145132 w 1286171"/>
              <a:gd name="connsiteY19" fmla="*/ 557856 h 639169"/>
              <a:gd name="connsiteX20" fmla="*/ 1145132 w 1286171"/>
              <a:gd name="connsiteY20" fmla="*/ 557862 h 639169"/>
              <a:gd name="connsiteX21" fmla="*/ 1145132 w 1286171"/>
              <a:gd name="connsiteY21" fmla="*/ 557856 h 639169"/>
              <a:gd name="connsiteX22" fmla="*/ 1172719 w 1286171"/>
              <a:gd name="connsiteY22" fmla="*/ 534732 h 639169"/>
              <a:gd name="connsiteX23" fmla="*/ 1167416 w 1286171"/>
              <a:gd name="connsiteY23" fmla="*/ 539615 h 639169"/>
              <a:gd name="connsiteX24" fmla="*/ 1172719 w 1286171"/>
              <a:gd name="connsiteY24" fmla="*/ 534732 h 639169"/>
              <a:gd name="connsiteX25" fmla="*/ 79866 w 1286171"/>
              <a:gd name="connsiteY25" fmla="*/ 499243 h 639169"/>
              <a:gd name="connsiteX26" fmla="*/ 79866 w 1286171"/>
              <a:gd name="connsiteY26" fmla="*/ 499238 h 639169"/>
              <a:gd name="connsiteX27" fmla="*/ 79866 w 1286171"/>
              <a:gd name="connsiteY27" fmla="*/ 499243 h 639169"/>
              <a:gd name="connsiteX28" fmla="*/ 336983 w 1286171"/>
              <a:gd name="connsiteY28" fmla="*/ 155327 h 639169"/>
              <a:gd name="connsiteX29" fmla="*/ 170446 w 1286171"/>
              <a:gd name="connsiteY29" fmla="*/ 320560 h 639169"/>
              <a:gd name="connsiteX30" fmla="*/ 170500 w 1286171"/>
              <a:gd name="connsiteY30" fmla="*/ 324826 h 639169"/>
              <a:gd name="connsiteX31" fmla="*/ 336983 w 1286171"/>
              <a:gd name="connsiteY31" fmla="*/ 485778 h 639169"/>
              <a:gd name="connsiteX32" fmla="*/ 340786 w 1286171"/>
              <a:gd name="connsiteY32" fmla="*/ 485674 h 639169"/>
              <a:gd name="connsiteX33" fmla="*/ 406672 w 1286171"/>
              <a:gd name="connsiteY33" fmla="*/ 460160 h 639169"/>
              <a:gd name="connsiteX34" fmla="*/ 480326 w 1286171"/>
              <a:gd name="connsiteY34" fmla="*/ 399423 h 639169"/>
              <a:gd name="connsiteX35" fmla="*/ 550230 w 1286171"/>
              <a:gd name="connsiteY35" fmla="*/ 320560 h 639169"/>
              <a:gd name="connsiteX36" fmla="*/ 537158 w 1286171"/>
              <a:gd name="connsiteY36" fmla="*/ 304252 h 639169"/>
              <a:gd name="connsiteX37" fmla="*/ 480701 w 1286171"/>
              <a:gd name="connsiteY37" fmla="*/ 242087 h 639169"/>
              <a:gd name="connsiteX38" fmla="*/ 406887 w 1286171"/>
              <a:gd name="connsiteY38" fmla="*/ 181096 h 639169"/>
              <a:gd name="connsiteX39" fmla="*/ 340840 w 1286171"/>
              <a:gd name="connsiteY39" fmla="*/ 155436 h 639169"/>
              <a:gd name="connsiteX40" fmla="*/ 336983 w 1286171"/>
              <a:gd name="connsiteY40" fmla="*/ 155327 h 639169"/>
              <a:gd name="connsiteX41" fmla="*/ 949189 w 1286171"/>
              <a:gd name="connsiteY41" fmla="*/ 153392 h 639169"/>
              <a:gd name="connsiteX42" fmla="*/ 879446 w 1286171"/>
              <a:gd name="connsiteY42" fmla="*/ 179041 h 639169"/>
              <a:gd name="connsiteX43" fmla="*/ 805793 w 1286171"/>
              <a:gd name="connsiteY43" fmla="*/ 239830 h 639169"/>
              <a:gd name="connsiteX44" fmla="*/ 749280 w 1286171"/>
              <a:gd name="connsiteY44" fmla="*/ 301952 h 639169"/>
              <a:gd name="connsiteX45" fmla="*/ 735889 w 1286171"/>
              <a:gd name="connsiteY45" fmla="*/ 318615 h 639169"/>
              <a:gd name="connsiteX46" fmla="*/ 805685 w 1286171"/>
              <a:gd name="connsiteY46" fmla="*/ 397316 h 639169"/>
              <a:gd name="connsiteX47" fmla="*/ 879392 w 1286171"/>
              <a:gd name="connsiteY47" fmla="*/ 458168 h 639169"/>
              <a:gd name="connsiteX48" fmla="*/ 949189 w 1286171"/>
              <a:gd name="connsiteY48" fmla="*/ 483843 h 639169"/>
              <a:gd name="connsiteX49" fmla="*/ 953474 w 1286171"/>
              <a:gd name="connsiteY49" fmla="*/ 483785 h 639169"/>
              <a:gd name="connsiteX50" fmla="*/ 1115725 w 1286171"/>
              <a:gd name="connsiteY50" fmla="*/ 318615 h 639169"/>
              <a:gd name="connsiteX51" fmla="*/ 953474 w 1286171"/>
              <a:gd name="connsiteY51" fmla="*/ 153449 h 639169"/>
              <a:gd name="connsiteX52" fmla="*/ 949189 w 1286171"/>
              <a:gd name="connsiteY52" fmla="*/ 153392 h 639169"/>
              <a:gd name="connsiteX53" fmla="*/ 412404 w 1286171"/>
              <a:gd name="connsiteY53" fmla="*/ 480111 h 639169"/>
              <a:gd name="connsiteX54" fmla="*/ 408333 w 1286171"/>
              <a:gd name="connsiteY54" fmla="*/ 482535 h 639169"/>
              <a:gd name="connsiteX55" fmla="*/ 417546 w 1286171"/>
              <a:gd name="connsiteY55" fmla="*/ 476941 h 639169"/>
              <a:gd name="connsiteX56" fmla="*/ 412404 w 1286171"/>
              <a:gd name="connsiteY56" fmla="*/ 480111 h 639169"/>
              <a:gd name="connsiteX57" fmla="*/ 700642 w 1286171"/>
              <a:gd name="connsiteY57" fmla="*/ 458250 h 639169"/>
              <a:gd name="connsiteX58" fmla="*/ 719497 w 1286171"/>
              <a:gd name="connsiteY58" fmla="*/ 476931 h 639169"/>
              <a:gd name="connsiteX59" fmla="*/ 700642 w 1286171"/>
              <a:gd name="connsiteY59" fmla="*/ 458250 h 639169"/>
              <a:gd name="connsiteX60" fmla="*/ 32567 w 1286171"/>
              <a:gd name="connsiteY60" fmla="*/ 405842 h 639169"/>
              <a:gd name="connsiteX61" fmla="*/ 32567 w 1286171"/>
              <a:gd name="connsiteY61" fmla="*/ 405847 h 639169"/>
              <a:gd name="connsiteX62" fmla="*/ 32567 w 1286171"/>
              <a:gd name="connsiteY62" fmla="*/ 405842 h 639169"/>
              <a:gd name="connsiteX63" fmla="*/ 534321 w 1286171"/>
              <a:gd name="connsiteY63" fmla="*/ 269958 h 639169"/>
              <a:gd name="connsiteX64" fmla="*/ 534321 w 1286171"/>
              <a:gd name="connsiteY64" fmla="*/ 269962 h 639169"/>
              <a:gd name="connsiteX65" fmla="*/ 534321 w 1286171"/>
              <a:gd name="connsiteY65" fmla="*/ 269958 h 639169"/>
              <a:gd name="connsiteX66" fmla="*/ 486004 w 1286171"/>
              <a:gd name="connsiteY66" fmla="*/ 219307 h 639169"/>
              <a:gd name="connsiteX67" fmla="*/ 486004 w 1286171"/>
              <a:gd name="connsiteY67" fmla="*/ 219303 h 639169"/>
              <a:gd name="connsiteX68" fmla="*/ 486004 w 1286171"/>
              <a:gd name="connsiteY68" fmla="*/ 219307 h 639169"/>
              <a:gd name="connsiteX69" fmla="*/ 1087336 w 1286171"/>
              <a:gd name="connsiteY69" fmla="*/ 194115 h 639169"/>
              <a:gd name="connsiteX70" fmla="*/ 1087336 w 1286171"/>
              <a:gd name="connsiteY70" fmla="*/ 194110 h 639169"/>
              <a:gd name="connsiteX71" fmla="*/ 1087336 w 1286171"/>
              <a:gd name="connsiteY71" fmla="*/ 194115 h 639169"/>
              <a:gd name="connsiteX72" fmla="*/ 447972 w 1286171"/>
              <a:gd name="connsiteY72" fmla="*/ 185989 h 639169"/>
              <a:gd name="connsiteX73" fmla="*/ 447972 w 1286171"/>
              <a:gd name="connsiteY73" fmla="*/ 185984 h 639169"/>
              <a:gd name="connsiteX74" fmla="*/ 447972 w 1286171"/>
              <a:gd name="connsiteY74" fmla="*/ 185989 h 639169"/>
              <a:gd name="connsiteX75" fmla="*/ 1049786 w 1286171"/>
              <a:gd name="connsiteY75" fmla="*/ 162618 h 639169"/>
              <a:gd name="connsiteX76" fmla="*/ 1049786 w 1286171"/>
              <a:gd name="connsiteY76" fmla="*/ 162623 h 639169"/>
              <a:gd name="connsiteX77" fmla="*/ 1049786 w 1286171"/>
              <a:gd name="connsiteY77" fmla="*/ 162618 h 639169"/>
              <a:gd name="connsiteX78" fmla="*/ 281488 w 1286171"/>
              <a:gd name="connsiteY78" fmla="*/ 143709 h 639169"/>
              <a:gd name="connsiteX79" fmla="*/ 281488 w 1286171"/>
              <a:gd name="connsiteY79" fmla="*/ 143715 h 639169"/>
              <a:gd name="connsiteX80" fmla="*/ 281488 w 1286171"/>
              <a:gd name="connsiteY80" fmla="*/ 143709 h 639169"/>
              <a:gd name="connsiteX81" fmla="*/ 1000291 w 1286171"/>
              <a:gd name="connsiteY81" fmla="*/ 140471 h 639169"/>
              <a:gd name="connsiteX82" fmla="*/ 1000291 w 1286171"/>
              <a:gd name="connsiteY82" fmla="*/ 140476 h 639169"/>
              <a:gd name="connsiteX83" fmla="*/ 1000291 w 1286171"/>
              <a:gd name="connsiteY83" fmla="*/ 140471 h 639169"/>
              <a:gd name="connsiteX84" fmla="*/ 972918 w 1286171"/>
              <a:gd name="connsiteY84" fmla="*/ 134940 h 639169"/>
              <a:gd name="connsiteX85" fmla="*/ 972918 w 1286171"/>
              <a:gd name="connsiteY85" fmla="*/ 134934 h 639169"/>
              <a:gd name="connsiteX86" fmla="*/ 972918 w 1286171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171" h="639169">
                <a:moveTo>
                  <a:pt x="964990" y="0"/>
                </a:moveTo>
                <a:cubicBezTo>
                  <a:pt x="1142454" y="0"/>
                  <a:pt x="1286172" y="142456"/>
                  <a:pt x="1286172" y="318506"/>
                </a:cubicBezTo>
                <a:lnTo>
                  <a:pt x="1286065" y="326735"/>
                </a:lnTo>
                <a:cubicBezTo>
                  <a:pt x="1281833" y="492309"/>
                  <a:pt x="1150329" y="626348"/>
                  <a:pt x="985078" y="636470"/>
                </a:cubicBezTo>
                <a:lnTo>
                  <a:pt x="985078" y="637224"/>
                </a:lnTo>
                <a:lnTo>
                  <a:pt x="964990" y="637224"/>
                </a:lnTo>
                <a:cubicBezTo>
                  <a:pt x="902319" y="637224"/>
                  <a:pt x="836432" y="600189"/>
                  <a:pt x="778688" y="555332"/>
                </a:cubicBezTo>
                <a:cubicBezTo>
                  <a:pt x="727478" y="515517"/>
                  <a:pt x="679913" y="467264"/>
                  <a:pt x="642738" y="425876"/>
                </a:cubicBezTo>
                <a:cubicBezTo>
                  <a:pt x="605670" y="467315"/>
                  <a:pt x="558211" y="515993"/>
                  <a:pt x="507109" y="556230"/>
                </a:cubicBezTo>
                <a:cubicBezTo>
                  <a:pt x="451401" y="600125"/>
                  <a:pt x="387924" y="636810"/>
                  <a:pt x="327073" y="639063"/>
                </a:cubicBezTo>
                <a:lnTo>
                  <a:pt x="321181" y="639169"/>
                </a:lnTo>
                <a:cubicBezTo>
                  <a:pt x="146502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17" y="2055"/>
                  <a:pt x="321181" y="2055"/>
                </a:cubicBezTo>
                <a:lnTo>
                  <a:pt x="327073" y="2164"/>
                </a:lnTo>
                <a:cubicBezTo>
                  <a:pt x="387924" y="4378"/>
                  <a:pt x="451560" y="40473"/>
                  <a:pt x="507484" y="83917"/>
                </a:cubicBezTo>
                <a:cubicBezTo>
                  <a:pt x="558692" y="123714"/>
                  <a:pt x="606259" y="171944"/>
                  <a:pt x="643380" y="213314"/>
                </a:cubicBezTo>
                <a:cubicBezTo>
                  <a:pt x="680501" y="171874"/>
                  <a:pt x="728015" y="123205"/>
                  <a:pt x="779063" y="82962"/>
                </a:cubicBezTo>
                <a:cubicBezTo>
                  <a:pt x="836593" y="37644"/>
                  <a:pt x="902372" y="1"/>
                  <a:pt x="964990" y="0"/>
                </a:cubicBezTo>
                <a:close/>
                <a:moveTo>
                  <a:pt x="1145132" y="557856"/>
                </a:moveTo>
                <a:lnTo>
                  <a:pt x="1145132" y="557862"/>
                </a:lnTo>
                <a:lnTo>
                  <a:pt x="1145132" y="557856"/>
                </a:lnTo>
                <a:close/>
                <a:moveTo>
                  <a:pt x="1172719" y="534732"/>
                </a:moveTo>
                <a:cubicBezTo>
                  <a:pt x="1170951" y="536379"/>
                  <a:pt x="1169185" y="538005"/>
                  <a:pt x="1167416" y="539615"/>
                </a:cubicBezTo>
                <a:cubicBezTo>
                  <a:pt x="1169185" y="538005"/>
                  <a:pt x="1170951" y="536379"/>
                  <a:pt x="1172719" y="534732"/>
                </a:cubicBezTo>
                <a:close/>
                <a:moveTo>
                  <a:pt x="79866" y="499243"/>
                </a:moveTo>
                <a:lnTo>
                  <a:pt x="79866" y="499238"/>
                </a:lnTo>
                <a:lnTo>
                  <a:pt x="79866" y="499243"/>
                </a:lnTo>
                <a:close/>
                <a:moveTo>
                  <a:pt x="336983" y="155327"/>
                </a:moveTo>
                <a:cubicBezTo>
                  <a:pt x="245011" y="155328"/>
                  <a:pt x="170446" y="229309"/>
                  <a:pt x="170446" y="320560"/>
                </a:cubicBezTo>
                <a:lnTo>
                  <a:pt x="170500" y="324826"/>
                </a:lnTo>
                <a:cubicBezTo>
                  <a:pt x="172804" y="414102"/>
                  <a:pt x="246457" y="485778"/>
                  <a:pt x="336983" y="485778"/>
                </a:cubicBezTo>
                <a:lnTo>
                  <a:pt x="340786" y="485674"/>
                </a:lnTo>
                <a:cubicBezTo>
                  <a:pt x="360017" y="484608"/>
                  <a:pt x="382461" y="475581"/>
                  <a:pt x="406672" y="460160"/>
                </a:cubicBezTo>
                <a:cubicBezTo>
                  <a:pt x="432116" y="443941"/>
                  <a:pt x="457506" y="421967"/>
                  <a:pt x="480326" y="399423"/>
                </a:cubicBezTo>
                <a:cubicBezTo>
                  <a:pt x="511822" y="368259"/>
                  <a:pt x="537427" y="336961"/>
                  <a:pt x="550230" y="320560"/>
                </a:cubicBezTo>
                <a:cubicBezTo>
                  <a:pt x="546747" y="316119"/>
                  <a:pt x="542355" y="310575"/>
                  <a:pt x="537158" y="304252"/>
                </a:cubicBezTo>
                <a:cubicBezTo>
                  <a:pt x="523125" y="287236"/>
                  <a:pt x="503467" y="264623"/>
                  <a:pt x="480701" y="242087"/>
                </a:cubicBezTo>
                <a:cubicBezTo>
                  <a:pt x="457882" y="219475"/>
                  <a:pt x="432438" y="197398"/>
                  <a:pt x="406887" y="181096"/>
                </a:cubicBezTo>
                <a:cubicBezTo>
                  <a:pt x="382621" y="165596"/>
                  <a:pt x="360124" y="156512"/>
                  <a:pt x="340840" y="155436"/>
                </a:cubicBezTo>
                <a:lnTo>
                  <a:pt x="336983" y="155327"/>
                </a:lnTo>
                <a:close/>
                <a:moveTo>
                  <a:pt x="949189" y="153392"/>
                </a:moveTo>
                <a:cubicBezTo>
                  <a:pt x="929102" y="153392"/>
                  <a:pt x="905319" y="162575"/>
                  <a:pt x="879446" y="179041"/>
                </a:cubicBezTo>
                <a:cubicBezTo>
                  <a:pt x="854002" y="195276"/>
                  <a:pt x="828612" y="217272"/>
                  <a:pt x="805793" y="239830"/>
                </a:cubicBezTo>
                <a:cubicBezTo>
                  <a:pt x="783081" y="262311"/>
                  <a:pt x="763369" y="284899"/>
                  <a:pt x="749280" y="301952"/>
                </a:cubicBezTo>
                <a:cubicBezTo>
                  <a:pt x="743977" y="308428"/>
                  <a:pt x="739477" y="314092"/>
                  <a:pt x="735889" y="318615"/>
                </a:cubicBezTo>
                <a:cubicBezTo>
                  <a:pt x="748744" y="334984"/>
                  <a:pt x="774241" y="366201"/>
                  <a:pt x="805685" y="397316"/>
                </a:cubicBezTo>
                <a:cubicBezTo>
                  <a:pt x="828504" y="419889"/>
                  <a:pt x="853895" y="441913"/>
                  <a:pt x="879392" y="458168"/>
                </a:cubicBezTo>
                <a:cubicBezTo>
                  <a:pt x="905265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464" y="481522"/>
                  <a:pt x="1115725" y="408439"/>
                  <a:pt x="1115725" y="318615"/>
                </a:cubicBezTo>
                <a:cubicBezTo>
                  <a:pt x="1115725" y="228790"/>
                  <a:pt x="1043464" y="155712"/>
                  <a:pt x="953474" y="153449"/>
                </a:cubicBezTo>
                <a:lnTo>
                  <a:pt x="949189" y="153392"/>
                </a:lnTo>
                <a:close/>
                <a:moveTo>
                  <a:pt x="412404" y="480111"/>
                </a:moveTo>
                <a:cubicBezTo>
                  <a:pt x="411065" y="480938"/>
                  <a:pt x="409726" y="481739"/>
                  <a:pt x="408333" y="482535"/>
                </a:cubicBezTo>
                <a:cubicBezTo>
                  <a:pt x="411386" y="480745"/>
                  <a:pt x="414493" y="478886"/>
                  <a:pt x="417546" y="476941"/>
                </a:cubicBezTo>
                <a:lnTo>
                  <a:pt x="412404" y="480111"/>
                </a:lnTo>
                <a:close/>
                <a:moveTo>
                  <a:pt x="700642" y="458250"/>
                </a:moveTo>
                <a:cubicBezTo>
                  <a:pt x="706803" y="464470"/>
                  <a:pt x="713070" y="470710"/>
                  <a:pt x="719497" y="476931"/>
                </a:cubicBezTo>
                <a:cubicBezTo>
                  <a:pt x="713070" y="470710"/>
                  <a:pt x="706803" y="464470"/>
                  <a:pt x="700642" y="458250"/>
                </a:cubicBezTo>
                <a:close/>
                <a:moveTo>
                  <a:pt x="32567" y="405842"/>
                </a:moveTo>
                <a:lnTo>
                  <a:pt x="32567" y="405847"/>
                </a:lnTo>
                <a:lnTo>
                  <a:pt x="32567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36" y="194115"/>
                </a:moveTo>
                <a:lnTo>
                  <a:pt x="1087336" y="194110"/>
                </a:lnTo>
                <a:lnTo>
                  <a:pt x="1087336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488" y="143709"/>
                </a:moveTo>
                <a:lnTo>
                  <a:pt x="281488" y="143715"/>
                </a:lnTo>
                <a:lnTo>
                  <a:pt x="281488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18" y="134940"/>
                </a:moveTo>
                <a:lnTo>
                  <a:pt x="972918" y="134934"/>
                </a:lnTo>
                <a:lnTo>
                  <a:pt x="972918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1" name="Полилиния 90">
            <a:extLst>
              <a:ext uri="{FF2B5EF4-FFF2-40B4-BE49-F238E27FC236}">
                <a16:creationId xmlns:a16="http://schemas.microsoft.com/office/drawing/2014/main" id="{CFDEE74C-4488-0A8E-20A2-6760919CF396}"/>
              </a:ext>
            </a:extLst>
          </p:cNvPr>
          <p:cNvSpPr/>
          <p:nvPr userDrawn="1"/>
        </p:nvSpPr>
        <p:spPr>
          <a:xfrm>
            <a:off x="9274499" y="5747809"/>
            <a:ext cx="803453" cy="814816"/>
          </a:xfrm>
          <a:custGeom>
            <a:avLst/>
            <a:gdLst>
              <a:gd name="connsiteX0" fmla="*/ 313039 w 628275"/>
              <a:gd name="connsiteY0" fmla="*/ 565014 h 637161"/>
              <a:gd name="connsiteX1" fmla="*/ 628222 w 628275"/>
              <a:gd name="connsiteY1" fmla="*/ 350034 h 637161"/>
              <a:gd name="connsiteX2" fmla="*/ 628275 w 628275"/>
              <a:gd name="connsiteY2" fmla="*/ 350039 h 637161"/>
              <a:gd name="connsiteX3" fmla="*/ 628275 w 628275"/>
              <a:gd name="connsiteY3" fmla="*/ 637162 h 637161"/>
              <a:gd name="connsiteX4" fmla="*/ 296809 w 628275"/>
              <a:gd name="connsiteY4" fmla="*/ 637162 h 637161"/>
              <a:gd name="connsiteX5" fmla="*/ 296862 w 628275"/>
              <a:gd name="connsiteY5" fmla="*/ 637119 h 637161"/>
              <a:gd name="connsiteX6" fmla="*/ 0 w 628275"/>
              <a:gd name="connsiteY6" fmla="*/ 637119 h 637161"/>
              <a:gd name="connsiteX7" fmla="*/ 0 w 628275"/>
              <a:gd name="connsiteY7" fmla="*/ 0 h 637161"/>
              <a:gd name="connsiteX8" fmla="*/ 313039 w 628275"/>
              <a:gd name="connsiteY8" fmla="*/ 0 h 637161"/>
              <a:gd name="connsiteX9" fmla="*/ 313039 w 628275"/>
              <a:gd name="connsiteY9" fmla="*/ 565014 h 637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28275" h="637161">
                <a:moveTo>
                  <a:pt x="313039" y="565014"/>
                </a:moveTo>
                <a:cubicBezTo>
                  <a:pt x="357714" y="439982"/>
                  <a:pt x="481933" y="350036"/>
                  <a:pt x="628222" y="350034"/>
                </a:cubicBezTo>
                <a:cubicBezTo>
                  <a:pt x="628222" y="350034"/>
                  <a:pt x="628275" y="350038"/>
                  <a:pt x="628275" y="350039"/>
                </a:cubicBezTo>
                <a:lnTo>
                  <a:pt x="628275" y="637162"/>
                </a:lnTo>
                <a:lnTo>
                  <a:pt x="296809" y="637162"/>
                </a:lnTo>
                <a:cubicBezTo>
                  <a:pt x="296809" y="637146"/>
                  <a:pt x="296809" y="637135"/>
                  <a:pt x="296862" y="637119"/>
                </a:cubicBezTo>
                <a:lnTo>
                  <a:pt x="0" y="637119"/>
                </a:lnTo>
                <a:lnTo>
                  <a:pt x="0" y="0"/>
                </a:lnTo>
                <a:lnTo>
                  <a:pt x="313039" y="0"/>
                </a:lnTo>
                <a:lnTo>
                  <a:pt x="313039" y="565014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2" name="Полилиния 91">
            <a:extLst>
              <a:ext uri="{FF2B5EF4-FFF2-40B4-BE49-F238E27FC236}">
                <a16:creationId xmlns:a16="http://schemas.microsoft.com/office/drawing/2014/main" id="{EFDF8DA6-AB7D-55B6-136B-3FE9E54B517E}"/>
              </a:ext>
            </a:extLst>
          </p:cNvPr>
          <p:cNvSpPr/>
          <p:nvPr userDrawn="1"/>
        </p:nvSpPr>
        <p:spPr>
          <a:xfrm>
            <a:off x="10336066" y="5747831"/>
            <a:ext cx="607398" cy="814775"/>
          </a:xfrm>
          <a:custGeom>
            <a:avLst/>
            <a:gdLst>
              <a:gd name="connsiteX0" fmla="*/ 0 w 474966"/>
              <a:gd name="connsiteY0" fmla="*/ 0 h 637129"/>
              <a:gd name="connsiteX1" fmla="*/ 474966 w 474966"/>
              <a:gd name="connsiteY1" fmla="*/ 0 h 637129"/>
              <a:gd name="connsiteX2" fmla="*/ 474966 w 474966"/>
              <a:gd name="connsiteY2" fmla="*/ 637129 h 637129"/>
              <a:gd name="connsiteX3" fmla="*/ 0 w 474966"/>
              <a:gd name="connsiteY3" fmla="*/ 637129 h 637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966" h="637129">
                <a:moveTo>
                  <a:pt x="0" y="0"/>
                </a:moveTo>
                <a:lnTo>
                  <a:pt x="474966" y="0"/>
                </a:lnTo>
                <a:lnTo>
                  <a:pt x="474966" y="637129"/>
                </a:lnTo>
                <a:lnTo>
                  <a:pt x="0" y="637129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3" name="Полилиния 92">
            <a:extLst>
              <a:ext uri="{FF2B5EF4-FFF2-40B4-BE49-F238E27FC236}">
                <a16:creationId xmlns:a16="http://schemas.microsoft.com/office/drawing/2014/main" id="{CAE54391-B254-6D7F-CFDE-C3D1C029AA52}"/>
              </a:ext>
            </a:extLst>
          </p:cNvPr>
          <p:cNvSpPr/>
          <p:nvPr userDrawn="1"/>
        </p:nvSpPr>
        <p:spPr>
          <a:xfrm>
            <a:off x="11201513" y="5747829"/>
            <a:ext cx="800712" cy="814777"/>
          </a:xfrm>
          <a:custGeom>
            <a:avLst/>
            <a:gdLst>
              <a:gd name="connsiteX0" fmla="*/ 626132 w 626132"/>
              <a:gd name="connsiteY0" fmla="*/ 637130 h 637130"/>
              <a:gd name="connsiteX1" fmla="*/ 0 w 626132"/>
              <a:gd name="connsiteY1" fmla="*/ 637130 h 637130"/>
              <a:gd name="connsiteX2" fmla="*/ 0 w 626132"/>
              <a:gd name="connsiteY2" fmla="*/ 0 h 637130"/>
              <a:gd name="connsiteX3" fmla="*/ 313093 w 626132"/>
              <a:gd name="connsiteY3" fmla="*/ 318573 h 637130"/>
              <a:gd name="connsiteX4" fmla="*/ 626132 w 626132"/>
              <a:gd name="connsiteY4" fmla="*/ 0 h 637130"/>
              <a:gd name="connsiteX5" fmla="*/ 626132 w 626132"/>
              <a:gd name="connsiteY5" fmla="*/ 637130 h 637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6132" h="637130">
                <a:moveTo>
                  <a:pt x="626132" y="637130"/>
                </a:moveTo>
                <a:lnTo>
                  <a:pt x="0" y="637130"/>
                </a:lnTo>
                <a:lnTo>
                  <a:pt x="0" y="0"/>
                </a:lnTo>
                <a:lnTo>
                  <a:pt x="313093" y="318573"/>
                </a:lnTo>
                <a:lnTo>
                  <a:pt x="626132" y="0"/>
                </a:lnTo>
                <a:lnTo>
                  <a:pt x="626132" y="6371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" name="Номер слайда 5">
            <a:extLst>
              <a:ext uri="{FF2B5EF4-FFF2-40B4-BE49-F238E27FC236}">
                <a16:creationId xmlns:a16="http://schemas.microsoft.com/office/drawing/2014/main" id="{97FED8FB-2EB0-0EA4-FC4E-627BDE29ED9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1249845" y="6355076"/>
            <a:ext cx="625248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2AC3A6D-3ED1-904C-9FEB-043FB7B95EE7}" type="slidenum">
              <a:rPr lang="ru-RS" smtClean="0"/>
              <a:pPr/>
              <a:t>‹#›</a:t>
            </a:fld>
            <a:endParaRPr lang="ru-RS"/>
          </a:p>
        </p:txBody>
      </p:sp>
      <p:sp>
        <p:nvSpPr>
          <p:cNvPr id="4" name="Текст 47">
            <a:extLst>
              <a:ext uri="{FF2B5EF4-FFF2-40B4-BE49-F238E27FC236}">
                <a16:creationId xmlns:a16="http://schemas.microsoft.com/office/drawing/2014/main" id="{1BFB37B9-D655-8460-080C-8ECE8BB0EC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0670" y="2983550"/>
            <a:ext cx="5864638" cy="9396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3400" b="1" i="0" spc="-100" baseline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слайда </a:t>
            </a:r>
          </a:p>
          <a:p>
            <a:pPr lvl="0"/>
            <a:r>
              <a:rPr lang="ru-RU" dirty="0"/>
              <a:t>в одну или две строки</a:t>
            </a:r>
            <a:endParaRPr lang="ru-RS" dirty="0"/>
          </a:p>
        </p:txBody>
      </p:sp>
      <p:sp>
        <p:nvSpPr>
          <p:cNvPr id="5" name="Текст 49">
            <a:extLst>
              <a:ext uri="{FF2B5EF4-FFF2-40B4-BE49-F238E27FC236}">
                <a16:creationId xmlns:a16="http://schemas.microsoft.com/office/drawing/2014/main" id="{3045662F-B4C9-05B0-C43D-FD906561C4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087" y="3973138"/>
            <a:ext cx="5836913" cy="5440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20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buNone/>
            </a:pPr>
            <a:r>
              <a:rPr lang="ru-RS" dirty="0"/>
              <a:t>Подзаголовок в одну или несколько строчек</a:t>
            </a:r>
          </a:p>
        </p:txBody>
      </p:sp>
    </p:spTree>
    <p:extLst>
      <p:ext uri="{BB962C8B-B14F-4D97-AF65-F5344CB8AC3E}">
        <p14:creationId xmlns:p14="http://schemas.microsoft.com/office/powerpoint/2010/main" val="39245338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56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  <p15:guide id="4" orient="horz" pos="25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крывающий слайд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лилиния 2">
            <a:extLst>
              <a:ext uri="{FF2B5EF4-FFF2-40B4-BE49-F238E27FC236}">
                <a16:creationId xmlns:a16="http://schemas.microsoft.com/office/drawing/2014/main" id="{6D042005-F2D0-9175-5130-63CFA4827A38}"/>
              </a:ext>
            </a:extLst>
          </p:cNvPr>
          <p:cNvSpPr/>
          <p:nvPr userDrawn="1"/>
        </p:nvSpPr>
        <p:spPr>
          <a:xfrm rot="5400000">
            <a:off x="-2354940" y="88113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2 w 291457"/>
              <a:gd name="connsiteY1" fmla="*/ -31 h 621061"/>
              <a:gd name="connsiteX2" fmla="*/ 291372 w 291457"/>
              <a:gd name="connsiteY2" fmla="*/ 621030 h 621061"/>
              <a:gd name="connsiteX3" fmla="*/ -85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2" y="-31"/>
                </a:lnTo>
                <a:lnTo>
                  <a:pt x="291372" y="621030"/>
                </a:lnTo>
                <a:lnTo>
                  <a:pt x="-85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" name="Полилиния 3">
            <a:extLst>
              <a:ext uri="{FF2B5EF4-FFF2-40B4-BE49-F238E27FC236}">
                <a16:creationId xmlns:a16="http://schemas.microsoft.com/office/drawing/2014/main" id="{B660685B-5106-124D-909E-6032B397C605}"/>
              </a:ext>
            </a:extLst>
          </p:cNvPr>
          <p:cNvSpPr/>
          <p:nvPr userDrawn="1"/>
        </p:nvSpPr>
        <p:spPr>
          <a:xfrm rot="5400000">
            <a:off x="-2354940" y="54000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2 w 291457"/>
              <a:gd name="connsiteY1" fmla="*/ -31 h 621061"/>
              <a:gd name="connsiteX2" fmla="*/ 291372 w 291457"/>
              <a:gd name="connsiteY2" fmla="*/ 621030 h 621061"/>
              <a:gd name="connsiteX3" fmla="*/ -85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2" y="-31"/>
                </a:lnTo>
                <a:lnTo>
                  <a:pt x="291372" y="621030"/>
                </a:lnTo>
                <a:lnTo>
                  <a:pt x="-85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5" name="Полилиния 4">
            <a:extLst>
              <a:ext uri="{FF2B5EF4-FFF2-40B4-BE49-F238E27FC236}">
                <a16:creationId xmlns:a16="http://schemas.microsoft.com/office/drawing/2014/main" id="{E1A9F2C5-522B-16C7-3233-65A60BD8DC2E}"/>
              </a:ext>
            </a:extLst>
          </p:cNvPr>
          <p:cNvSpPr/>
          <p:nvPr userDrawn="1"/>
        </p:nvSpPr>
        <p:spPr>
          <a:xfrm>
            <a:off x="-1510202" y="302479"/>
            <a:ext cx="1644856" cy="817384"/>
          </a:xfrm>
          <a:custGeom>
            <a:avLst/>
            <a:gdLst>
              <a:gd name="connsiteX0" fmla="*/ 964991 w 1286226"/>
              <a:gd name="connsiteY0" fmla="*/ 0 h 639169"/>
              <a:gd name="connsiteX1" fmla="*/ 1286226 w 1286226"/>
              <a:gd name="connsiteY1" fmla="*/ 318506 h 639169"/>
              <a:gd name="connsiteX2" fmla="*/ 1286119 w 1286226"/>
              <a:gd name="connsiteY2" fmla="*/ 326735 h 639169"/>
              <a:gd name="connsiteX3" fmla="*/ 985132 w 1286226"/>
              <a:gd name="connsiteY3" fmla="*/ 636470 h 639169"/>
              <a:gd name="connsiteX4" fmla="*/ 985132 w 1286226"/>
              <a:gd name="connsiteY4" fmla="*/ 637224 h 639169"/>
              <a:gd name="connsiteX5" fmla="*/ 964991 w 1286226"/>
              <a:gd name="connsiteY5" fmla="*/ 637224 h 639169"/>
              <a:gd name="connsiteX6" fmla="*/ 778742 w 1286226"/>
              <a:gd name="connsiteY6" fmla="*/ 555332 h 639169"/>
              <a:gd name="connsiteX7" fmla="*/ 642792 w 1286226"/>
              <a:gd name="connsiteY7" fmla="*/ 425876 h 639169"/>
              <a:gd name="connsiteX8" fmla="*/ 507163 w 1286226"/>
              <a:gd name="connsiteY8" fmla="*/ 556230 h 639169"/>
              <a:gd name="connsiteX9" fmla="*/ 327128 w 1286226"/>
              <a:gd name="connsiteY9" fmla="*/ 639063 h 639169"/>
              <a:gd name="connsiteX10" fmla="*/ 321235 w 1286226"/>
              <a:gd name="connsiteY10" fmla="*/ 639169 h 639169"/>
              <a:gd name="connsiteX11" fmla="*/ 107 w 1286226"/>
              <a:gd name="connsiteY11" fmla="*/ 328780 h 639169"/>
              <a:gd name="connsiteX12" fmla="*/ 0 w 1286226"/>
              <a:gd name="connsiteY12" fmla="*/ 320560 h 639169"/>
              <a:gd name="connsiteX13" fmla="*/ 321235 w 1286226"/>
              <a:gd name="connsiteY13" fmla="*/ 2055 h 639169"/>
              <a:gd name="connsiteX14" fmla="*/ 327128 w 1286226"/>
              <a:gd name="connsiteY14" fmla="*/ 2164 h 639169"/>
              <a:gd name="connsiteX15" fmla="*/ 507484 w 1286226"/>
              <a:gd name="connsiteY15" fmla="*/ 83917 h 639169"/>
              <a:gd name="connsiteX16" fmla="*/ 643434 w 1286226"/>
              <a:gd name="connsiteY16" fmla="*/ 213314 h 639169"/>
              <a:gd name="connsiteX17" fmla="*/ 779117 w 1286226"/>
              <a:gd name="connsiteY17" fmla="*/ 82962 h 639169"/>
              <a:gd name="connsiteX18" fmla="*/ 964991 w 1286226"/>
              <a:gd name="connsiteY18" fmla="*/ 0 h 639169"/>
              <a:gd name="connsiteX19" fmla="*/ 1145134 w 1286226"/>
              <a:gd name="connsiteY19" fmla="*/ 557856 h 639169"/>
              <a:gd name="connsiteX20" fmla="*/ 1145134 w 1286226"/>
              <a:gd name="connsiteY20" fmla="*/ 557862 h 639169"/>
              <a:gd name="connsiteX21" fmla="*/ 1145134 w 1286226"/>
              <a:gd name="connsiteY21" fmla="*/ 557856 h 639169"/>
              <a:gd name="connsiteX22" fmla="*/ 1172720 w 1286226"/>
              <a:gd name="connsiteY22" fmla="*/ 534732 h 639169"/>
              <a:gd name="connsiteX23" fmla="*/ 1167471 w 1286226"/>
              <a:gd name="connsiteY23" fmla="*/ 539615 h 639169"/>
              <a:gd name="connsiteX24" fmla="*/ 1172720 w 1286226"/>
              <a:gd name="connsiteY24" fmla="*/ 534732 h 639169"/>
              <a:gd name="connsiteX25" fmla="*/ 79921 w 1286226"/>
              <a:gd name="connsiteY25" fmla="*/ 499243 h 639169"/>
              <a:gd name="connsiteX26" fmla="*/ 79921 w 1286226"/>
              <a:gd name="connsiteY26" fmla="*/ 499238 h 639169"/>
              <a:gd name="connsiteX27" fmla="*/ 79921 w 1286226"/>
              <a:gd name="connsiteY27" fmla="*/ 499243 h 639169"/>
              <a:gd name="connsiteX28" fmla="*/ 337037 w 1286226"/>
              <a:gd name="connsiteY28" fmla="*/ 155327 h 639169"/>
              <a:gd name="connsiteX29" fmla="*/ 170447 w 1286226"/>
              <a:gd name="connsiteY29" fmla="*/ 320560 h 639169"/>
              <a:gd name="connsiteX30" fmla="*/ 170501 w 1286226"/>
              <a:gd name="connsiteY30" fmla="*/ 324826 h 639169"/>
              <a:gd name="connsiteX31" fmla="*/ 337037 w 1286226"/>
              <a:gd name="connsiteY31" fmla="*/ 485778 h 639169"/>
              <a:gd name="connsiteX32" fmla="*/ 340840 w 1286226"/>
              <a:gd name="connsiteY32" fmla="*/ 485674 h 639169"/>
              <a:gd name="connsiteX33" fmla="*/ 406673 w 1286226"/>
              <a:gd name="connsiteY33" fmla="*/ 460160 h 639169"/>
              <a:gd name="connsiteX34" fmla="*/ 480326 w 1286226"/>
              <a:gd name="connsiteY34" fmla="*/ 399423 h 639169"/>
              <a:gd name="connsiteX35" fmla="*/ 550283 w 1286226"/>
              <a:gd name="connsiteY35" fmla="*/ 320560 h 639169"/>
              <a:gd name="connsiteX36" fmla="*/ 537213 w 1286226"/>
              <a:gd name="connsiteY36" fmla="*/ 304252 h 639169"/>
              <a:gd name="connsiteX37" fmla="*/ 480755 w 1286226"/>
              <a:gd name="connsiteY37" fmla="*/ 242087 h 639169"/>
              <a:gd name="connsiteX38" fmla="*/ 406941 w 1286226"/>
              <a:gd name="connsiteY38" fmla="*/ 181096 h 639169"/>
              <a:gd name="connsiteX39" fmla="*/ 340840 w 1286226"/>
              <a:gd name="connsiteY39" fmla="*/ 155436 h 639169"/>
              <a:gd name="connsiteX40" fmla="*/ 337037 w 1286226"/>
              <a:gd name="connsiteY40" fmla="*/ 155327 h 639169"/>
              <a:gd name="connsiteX41" fmla="*/ 949189 w 1286226"/>
              <a:gd name="connsiteY41" fmla="*/ 153392 h 639169"/>
              <a:gd name="connsiteX42" fmla="*/ 879500 w 1286226"/>
              <a:gd name="connsiteY42" fmla="*/ 179041 h 639169"/>
              <a:gd name="connsiteX43" fmla="*/ 805793 w 1286226"/>
              <a:gd name="connsiteY43" fmla="*/ 239830 h 639169"/>
              <a:gd name="connsiteX44" fmla="*/ 749334 w 1286226"/>
              <a:gd name="connsiteY44" fmla="*/ 301952 h 639169"/>
              <a:gd name="connsiteX45" fmla="*/ 735943 w 1286226"/>
              <a:gd name="connsiteY45" fmla="*/ 318615 h 639169"/>
              <a:gd name="connsiteX46" fmla="*/ 805740 w 1286226"/>
              <a:gd name="connsiteY46" fmla="*/ 397316 h 639169"/>
              <a:gd name="connsiteX47" fmla="*/ 879446 w 1286226"/>
              <a:gd name="connsiteY47" fmla="*/ 458168 h 639169"/>
              <a:gd name="connsiteX48" fmla="*/ 949189 w 1286226"/>
              <a:gd name="connsiteY48" fmla="*/ 483843 h 639169"/>
              <a:gd name="connsiteX49" fmla="*/ 953474 w 1286226"/>
              <a:gd name="connsiteY49" fmla="*/ 483785 h 639169"/>
              <a:gd name="connsiteX50" fmla="*/ 1115779 w 1286226"/>
              <a:gd name="connsiteY50" fmla="*/ 318615 h 639169"/>
              <a:gd name="connsiteX51" fmla="*/ 953474 w 1286226"/>
              <a:gd name="connsiteY51" fmla="*/ 153449 h 639169"/>
              <a:gd name="connsiteX52" fmla="*/ 949189 w 1286226"/>
              <a:gd name="connsiteY52" fmla="*/ 153392 h 639169"/>
              <a:gd name="connsiteX53" fmla="*/ 412458 w 1286226"/>
              <a:gd name="connsiteY53" fmla="*/ 480111 h 639169"/>
              <a:gd name="connsiteX54" fmla="*/ 408387 w 1286226"/>
              <a:gd name="connsiteY54" fmla="*/ 482535 h 639169"/>
              <a:gd name="connsiteX55" fmla="*/ 417547 w 1286226"/>
              <a:gd name="connsiteY55" fmla="*/ 476941 h 639169"/>
              <a:gd name="connsiteX56" fmla="*/ 412458 w 1286226"/>
              <a:gd name="connsiteY56" fmla="*/ 480111 h 639169"/>
              <a:gd name="connsiteX57" fmla="*/ 700697 w 1286226"/>
              <a:gd name="connsiteY57" fmla="*/ 458250 h 639169"/>
              <a:gd name="connsiteX58" fmla="*/ 719552 w 1286226"/>
              <a:gd name="connsiteY58" fmla="*/ 476931 h 639169"/>
              <a:gd name="connsiteX59" fmla="*/ 700697 w 1286226"/>
              <a:gd name="connsiteY59" fmla="*/ 458250 h 639169"/>
              <a:gd name="connsiteX60" fmla="*/ 32569 w 1286226"/>
              <a:gd name="connsiteY60" fmla="*/ 405842 h 639169"/>
              <a:gd name="connsiteX61" fmla="*/ 32569 w 1286226"/>
              <a:gd name="connsiteY61" fmla="*/ 405847 h 639169"/>
              <a:gd name="connsiteX62" fmla="*/ 32569 w 1286226"/>
              <a:gd name="connsiteY62" fmla="*/ 405842 h 639169"/>
              <a:gd name="connsiteX63" fmla="*/ 534321 w 1286226"/>
              <a:gd name="connsiteY63" fmla="*/ 269958 h 639169"/>
              <a:gd name="connsiteX64" fmla="*/ 534321 w 1286226"/>
              <a:gd name="connsiteY64" fmla="*/ 269962 h 639169"/>
              <a:gd name="connsiteX65" fmla="*/ 534321 w 1286226"/>
              <a:gd name="connsiteY65" fmla="*/ 269958 h 639169"/>
              <a:gd name="connsiteX66" fmla="*/ 486004 w 1286226"/>
              <a:gd name="connsiteY66" fmla="*/ 219307 h 639169"/>
              <a:gd name="connsiteX67" fmla="*/ 486004 w 1286226"/>
              <a:gd name="connsiteY67" fmla="*/ 219303 h 639169"/>
              <a:gd name="connsiteX68" fmla="*/ 486004 w 1286226"/>
              <a:gd name="connsiteY68" fmla="*/ 219307 h 639169"/>
              <a:gd name="connsiteX69" fmla="*/ 1087389 w 1286226"/>
              <a:gd name="connsiteY69" fmla="*/ 194115 h 639169"/>
              <a:gd name="connsiteX70" fmla="*/ 1087389 w 1286226"/>
              <a:gd name="connsiteY70" fmla="*/ 194110 h 639169"/>
              <a:gd name="connsiteX71" fmla="*/ 1087389 w 1286226"/>
              <a:gd name="connsiteY71" fmla="*/ 194115 h 639169"/>
              <a:gd name="connsiteX72" fmla="*/ 447972 w 1286226"/>
              <a:gd name="connsiteY72" fmla="*/ 185989 h 639169"/>
              <a:gd name="connsiteX73" fmla="*/ 447972 w 1286226"/>
              <a:gd name="connsiteY73" fmla="*/ 185984 h 639169"/>
              <a:gd name="connsiteX74" fmla="*/ 447972 w 1286226"/>
              <a:gd name="connsiteY74" fmla="*/ 185989 h 639169"/>
              <a:gd name="connsiteX75" fmla="*/ 1049786 w 1286226"/>
              <a:gd name="connsiteY75" fmla="*/ 162618 h 639169"/>
              <a:gd name="connsiteX76" fmla="*/ 1049786 w 1286226"/>
              <a:gd name="connsiteY76" fmla="*/ 162623 h 639169"/>
              <a:gd name="connsiteX77" fmla="*/ 1049786 w 1286226"/>
              <a:gd name="connsiteY77" fmla="*/ 162618 h 639169"/>
              <a:gd name="connsiteX78" fmla="*/ 281543 w 1286226"/>
              <a:gd name="connsiteY78" fmla="*/ 143709 h 639169"/>
              <a:gd name="connsiteX79" fmla="*/ 281543 w 1286226"/>
              <a:gd name="connsiteY79" fmla="*/ 143715 h 639169"/>
              <a:gd name="connsiteX80" fmla="*/ 281543 w 1286226"/>
              <a:gd name="connsiteY80" fmla="*/ 143709 h 639169"/>
              <a:gd name="connsiteX81" fmla="*/ 1000291 w 1286226"/>
              <a:gd name="connsiteY81" fmla="*/ 140471 h 639169"/>
              <a:gd name="connsiteX82" fmla="*/ 1000291 w 1286226"/>
              <a:gd name="connsiteY82" fmla="*/ 140476 h 639169"/>
              <a:gd name="connsiteX83" fmla="*/ 1000291 w 1286226"/>
              <a:gd name="connsiteY83" fmla="*/ 140471 h 639169"/>
              <a:gd name="connsiteX84" fmla="*/ 972972 w 1286226"/>
              <a:gd name="connsiteY84" fmla="*/ 134940 h 639169"/>
              <a:gd name="connsiteX85" fmla="*/ 972972 w 1286226"/>
              <a:gd name="connsiteY85" fmla="*/ 134934 h 639169"/>
              <a:gd name="connsiteX86" fmla="*/ 972972 w 1286226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226" h="639169">
                <a:moveTo>
                  <a:pt x="964991" y="0"/>
                </a:moveTo>
                <a:cubicBezTo>
                  <a:pt x="1142455" y="0"/>
                  <a:pt x="1286226" y="142456"/>
                  <a:pt x="1286226" y="318506"/>
                </a:cubicBezTo>
                <a:lnTo>
                  <a:pt x="1286119" y="326735"/>
                </a:lnTo>
                <a:cubicBezTo>
                  <a:pt x="1281888" y="492309"/>
                  <a:pt x="1150383" y="626348"/>
                  <a:pt x="985132" y="636470"/>
                </a:cubicBezTo>
                <a:lnTo>
                  <a:pt x="985132" y="637224"/>
                </a:lnTo>
                <a:lnTo>
                  <a:pt x="964991" y="637224"/>
                </a:lnTo>
                <a:cubicBezTo>
                  <a:pt x="902373" y="637224"/>
                  <a:pt x="836433" y="600189"/>
                  <a:pt x="778742" y="555332"/>
                </a:cubicBezTo>
                <a:cubicBezTo>
                  <a:pt x="727533" y="515517"/>
                  <a:pt x="679913" y="467264"/>
                  <a:pt x="642792" y="425876"/>
                </a:cubicBezTo>
                <a:cubicBezTo>
                  <a:pt x="605671" y="467315"/>
                  <a:pt x="558211" y="515993"/>
                  <a:pt x="507163" y="556230"/>
                </a:cubicBezTo>
                <a:cubicBezTo>
                  <a:pt x="451454" y="600125"/>
                  <a:pt x="387925" y="636810"/>
                  <a:pt x="327128" y="639063"/>
                </a:cubicBezTo>
                <a:lnTo>
                  <a:pt x="321235" y="639169"/>
                </a:lnTo>
                <a:cubicBezTo>
                  <a:pt x="146503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71" y="2055"/>
                  <a:pt x="321235" y="2055"/>
                </a:cubicBezTo>
                <a:lnTo>
                  <a:pt x="327128" y="2164"/>
                </a:lnTo>
                <a:cubicBezTo>
                  <a:pt x="387979" y="4378"/>
                  <a:pt x="451561" y="40473"/>
                  <a:pt x="507484" y="83917"/>
                </a:cubicBezTo>
                <a:cubicBezTo>
                  <a:pt x="558693" y="123714"/>
                  <a:pt x="606314" y="171944"/>
                  <a:pt x="643434" y="213314"/>
                </a:cubicBezTo>
                <a:cubicBezTo>
                  <a:pt x="680556" y="171874"/>
                  <a:pt x="728015" y="123205"/>
                  <a:pt x="779117" y="82962"/>
                </a:cubicBezTo>
                <a:cubicBezTo>
                  <a:pt x="836594" y="37644"/>
                  <a:pt x="902373" y="1"/>
                  <a:pt x="964991" y="0"/>
                </a:cubicBezTo>
                <a:close/>
                <a:moveTo>
                  <a:pt x="1145134" y="557856"/>
                </a:moveTo>
                <a:lnTo>
                  <a:pt x="1145134" y="557862"/>
                </a:lnTo>
                <a:lnTo>
                  <a:pt x="1145134" y="557856"/>
                </a:lnTo>
                <a:close/>
                <a:moveTo>
                  <a:pt x="1172720" y="534732"/>
                </a:moveTo>
                <a:cubicBezTo>
                  <a:pt x="1171006" y="536379"/>
                  <a:pt x="1169238" y="538005"/>
                  <a:pt x="1167471" y="539615"/>
                </a:cubicBezTo>
                <a:cubicBezTo>
                  <a:pt x="1169238" y="538005"/>
                  <a:pt x="1171006" y="536379"/>
                  <a:pt x="1172720" y="534732"/>
                </a:cubicBezTo>
                <a:close/>
                <a:moveTo>
                  <a:pt x="79921" y="499243"/>
                </a:moveTo>
                <a:lnTo>
                  <a:pt x="79921" y="499238"/>
                </a:lnTo>
                <a:lnTo>
                  <a:pt x="79921" y="499243"/>
                </a:lnTo>
                <a:close/>
                <a:moveTo>
                  <a:pt x="337037" y="155327"/>
                </a:moveTo>
                <a:cubicBezTo>
                  <a:pt x="245064" y="155328"/>
                  <a:pt x="170447" y="229309"/>
                  <a:pt x="170447" y="320560"/>
                </a:cubicBezTo>
                <a:lnTo>
                  <a:pt x="170501" y="324826"/>
                </a:lnTo>
                <a:cubicBezTo>
                  <a:pt x="172804" y="414102"/>
                  <a:pt x="246457" y="485778"/>
                  <a:pt x="337037" y="485778"/>
                </a:cubicBezTo>
                <a:lnTo>
                  <a:pt x="340840" y="485674"/>
                </a:lnTo>
                <a:cubicBezTo>
                  <a:pt x="360070" y="484608"/>
                  <a:pt x="382461" y="475581"/>
                  <a:pt x="406673" y="460160"/>
                </a:cubicBezTo>
                <a:cubicBezTo>
                  <a:pt x="432171" y="443941"/>
                  <a:pt x="457561" y="421967"/>
                  <a:pt x="480326" y="399423"/>
                </a:cubicBezTo>
                <a:cubicBezTo>
                  <a:pt x="511877" y="368259"/>
                  <a:pt x="537428" y="336961"/>
                  <a:pt x="550283" y="320560"/>
                </a:cubicBezTo>
                <a:cubicBezTo>
                  <a:pt x="546802" y="316119"/>
                  <a:pt x="542409" y="310575"/>
                  <a:pt x="537213" y="304252"/>
                </a:cubicBezTo>
                <a:cubicBezTo>
                  <a:pt x="523179" y="287236"/>
                  <a:pt x="503467" y="264623"/>
                  <a:pt x="480755" y="242087"/>
                </a:cubicBezTo>
                <a:cubicBezTo>
                  <a:pt x="457882" y="219475"/>
                  <a:pt x="432438" y="197398"/>
                  <a:pt x="406941" y="181096"/>
                </a:cubicBezTo>
                <a:cubicBezTo>
                  <a:pt x="382622" y="165596"/>
                  <a:pt x="360124" y="156512"/>
                  <a:pt x="340840" y="155436"/>
                </a:cubicBezTo>
                <a:lnTo>
                  <a:pt x="337037" y="155327"/>
                </a:lnTo>
                <a:close/>
                <a:moveTo>
                  <a:pt x="949189" y="153392"/>
                </a:moveTo>
                <a:cubicBezTo>
                  <a:pt x="929156" y="153392"/>
                  <a:pt x="905319" y="162575"/>
                  <a:pt x="879500" y="179041"/>
                </a:cubicBezTo>
                <a:cubicBezTo>
                  <a:pt x="854003" y="195276"/>
                  <a:pt x="828612" y="217272"/>
                  <a:pt x="805793" y="239830"/>
                </a:cubicBezTo>
                <a:cubicBezTo>
                  <a:pt x="783081" y="262311"/>
                  <a:pt x="763422" y="284899"/>
                  <a:pt x="749334" y="301952"/>
                </a:cubicBezTo>
                <a:cubicBezTo>
                  <a:pt x="743978" y="308428"/>
                  <a:pt x="739478" y="314092"/>
                  <a:pt x="735943" y="318615"/>
                </a:cubicBezTo>
                <a:cubicBezTo>
                  <a:pt x="748745" y="334984"/>
                  <a:pt x="774296" y="366201"/>
                  <a:pt x="805740" y="397316"/>
                </a:cubicBezTo>
                <a:cubicBezTo>
                  <a:pt x="828559" y="419889"/>
                  <a:pt x="853949" y="441913"/>
                  <a:pt x="879446" y="458168"/>
                </a:cubicBezTo>
                <a:cubicBezTo>
                  <a:pt x="905319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519" y="481522"/>
                  <a:pt x="1115779" y="408439"/>
                  <a:pt x="1115779" y="318615"/>
                </a:cubicBezTo>
                <a:cubicBezTo>
                  <a:pt x="1115779" y="228790"/>
                  <a:pt x="1043519" y="155712"/>
                  <a:pt x="953474" y="153449"/>
                </a:cubicBezTo>
                <a:lnTo>
                  <a:pt x="949189" y="153392"/>
                </a:lnTo>
                <a:close/>
                <a:moveTo>
                  <a:pt x="412458" y="480111"/>
                </a:moveTo>
                <a:cubicBezTo>
                  <a:pt x="411119" y="480938"/>
                  <a:pt x="409726" y="481739"/>
                  <a:pt x="408387" y="482535"/>
                </a:cubicBezTo>
                <a:cubicBezTo>
                  <a:pt x="411441" y="480745"/>
                  <a:pt x="414494" y="478886"/>
                  <a:pt x="417547" y="476941"/>
                </a:cubicBezTo>
                <a:lnTo>
                  <a:pt x="412458" y="480111"/>
                </a:lnTo>
                <a:close/>
                <a:moveTo>
                  <a:pt x="700697" y="458250"/>
                </a:moveTo>
                <a:cubicBezTo>
                  <a:pt x="706803" y="464470"/>
                  <a:pt x="713124" y="470710"/>
                  <a:pt x="719552" y="476931"/>
                </a:cubicBezTo>
                <a:cubicBezTo>
                  <a:pt x="713124" y="470710"/>
                  <a:pt x="706803" y="464470"/>
                  <a:pt x="700697" y="458250"/>
                </a:cubicBezTo>
                <a:close/>
                <a:moveTo>
                  <a:pt x="32569" y="405842"/>
                </a:moveTo>
                <a:lnTo>
                  <a:pt x="32569" y="405847"/>
                </a:lnTo>
                <a:lnTo>
                  <a:pt x="32569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89" y="194115"/>
                </a:moveTo>
                <a:lnTo>
                  <a:pt x="1087389" y="194110"/>
                </a:lnTo>
                <a:lnTo>
                  <a:pt x="1087389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543" y="143709"/>
                </a:moveTo>
                <a:lnTo>
                  <a:pt x="281543" y="143715"/>
                </a:lnTo>
                <a:lnTo>
                  <a:pt x="281543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72" y="134940"/>
                </a:moveTo>
                <a:lnTo>
                  <a:pt x="972972" y="134934"/>
                </a:lnTo>
                <a:lnTo>
                  <a:pt x="972972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30" name="Полилиния 29">
            <a:extLst>
              <a:ext uri="{FF2B5EF4-FFF2-40B4-BE49-F238E27FC236}">
                <a16:creationId xmlns:a16="http://schemas.microsoft.com/office/drawing/2014/main" id="{FDFC325B-181F-DB6A-0F55-A9579EE69393}"/>
              </a:ext>
            </a:extLst>
          </p:cNvPr>
          <p:cNvSpPr/>
          <p:nvPr userDrawn="1"/>
        </p:nvSpPr>
        <p:spPr>
          <a:xfrm>
            <a:off x="16391955" y="314057"/>
            <a:ext cx="773996" cy="794226"/>
          </a:xfrm>
          <a:custGeom>
            <a:avLst/>
            <a:gdLst>
              <a:gd name="connsiteX0" fmla="*/ 605242 w 605241"/>
              <a:gd name="connsiteY0" fmla="*/ 310530 h 621060"/>
              <a:gd name="connsiteX1" fmla="*/ 276560 w 605241"/>
              <a:gd name="connsiteY1" fmla="*/ 621061 h 621060"/>
              <a:gd name="connsiteX2" fmla="*/ 276560 w 605241"/>
              <a:gd name="connsiteY2" fmla="*/ 464752 h 621060"/>
              <a:gd name="connsiteX3" fmla="*/ 0 w 605241"/>
              <a:gd name="connsiteY3" fmla="*/ 464752 h 621060"/>
              <a:gd name="connsiteX4" fmla="*/ 0 w 605241"/>
              <a:gd name="connsiteY4" fmla="*/ 155296 h 621060"/>
              <a:gd name="connsiteX5" fmla="*/ 276560 w 605241"/>
              <a:gd name="connsiteY5" fmla="*/ 155296 h 621060"/>
              <a:gd name="connsiteX6" fmla="*/ 276560 w 605241"/>
              <a:gd name="connsiteY6" fmla="*/ 0 h 621060"/>
              <a:gd name="connsiteX7" fmla="*/ 605242 w 605241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41" h="621060">
                <a:moveTo>
                  <a:pt x="605242" y="310530"/>
                </a:moveTo>
                <a:lnTo>
                  <a:pt x="276560" y="621061"/>
                </a:lnTo>
                <a:lnTo>
                  <a:pt x="276560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0" y="155296"/>
                </a:lnTo>
                <a:lnTo>
                  <a:pt x="276560" y="0"/>
                </a:lnTo>
                <a:lnTo>
                  <a:pt x="605242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1" name="Полилиния 60">
            <a:extLst>
              <a:ext uri="{FF2B5EF4-FFF2-40B4-BE49-F238E27FC236}">
                <a16:creationId xmlns:a16="http://schemas.microsoft.com/office/drawing/2014/main" id="{F2AC0142-2C06-CF38-9175-6417702A6D85}"/>
              </a:ext>
            </a:extLst>
          </p:cNvPr>
          <p:cNvSpPr/>
          <p:nvPr userDrawn="1"/>
        </p:nvSpPr>
        <p:spPr>
          <a:xfrm>
            <a:off x="16457934" y="2565055"/>
            <a:ext cx="773996" cy="794226"/>
          </a:xfrm>
          <a:custGeom>
            <a:avLst/>
            <a:gdLst>
              <a:gd name="connsiteX0" fmla="*/ 605242 w 605241"/>
              <a:gd name="connsiteY0" fmla="*/ 310530 h 621060"/>
              <a:gd name="connsiteX1" fmla="*/ 276560 w 605241"/>
              <a:gd name="connsiteY1" fmla="*/ 621061 h 621060"/>
              <a:gd name="connsiteX2" fmla="*/ 276560 w 605241"/>
              <a:gd name="connsiteY2" fmla="*/ 464752 h 621060"/>
              <a:gd name="connsiteX3" fmla="*/ 0 w 605241"/>
              <a:gd name="connsiteY3" fmla="*/ 464752 h 621060"/>
              <a:gd name="connsiteX4" fmla="*/ 0 w 605241"/>
              <a:gd name="connsiteY4" fmla="*/ 155296 h 621060"/>
              <a:gd name="connsiteX5" fmla="*/ 276560 w 605241"/>
              <a:gd name="connsiteY5" fmla="*/ 155296 h 621060"/>
              <a:gd name="connsiteX6" fmla="*/ 276560 w 605241"/>
              <a:gd name="connsiteY6" fmla="*/ 0 h 621060"/>
              <a:gd name="connsiteX7" fmla="*/ 605242 w 605241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41" h="621060">
                <a:moveTo>
                  <a:pt x="605242" y="310530"/>
                </a:moveTo>
                <a:lnTo>
                  <a:pt x="276560" y="621061"/>
                </a:lnTo>
                <a:lnTo>
                  <a:pt x="276560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0" y="155296"/>
                </a:lnTo>
                <a:lnTo>
                  <a:pt x="276560" y="0"/>
                </a:lnTo>
                <a:lnTo>
                  <a:pt x="605242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2" name="Полилиния 61">
            <a:extLst>
              <a:ext uri="{FF2B5EF4-FFF2-40B4-BE49-F238E27FC236}">
                <a16:creationId xmlns:a16="http://schemas.microsoft.com/office/drawing/2014/main" id="{EE6DE525-24D1-499F-2FDB-F4D8DE5E7D0A}"/>
              </a:ext>
            </a:extLst>
          </p:cNvPr>
          <p:cNvSpPr/>
          <p:nvPr userDrawn="1"/>
        </p:nvSpPr>
        <p:spPr>
          <a:xfrm>
            <a:off x="-1942859" y="2565055"/>
            <a:ext cx="774065" cy="794226"/>
          </a:xfrm>
          <a:custGeom>
            <a:avLst/>
            <a:gdLst>
              <a:gd name="connsiteX0" fmla="*/ 605295 w 605295"/>
              <a:gd name="connsiteY0" fmla="*/ 310530 h 621060"/>
              <a:gd name="connsiteX1" fmla="*/ 276562 w 605295"/>
              <a:gd name="connsiteY1" fmla="*/ 621061 h 621060"/>
              <a:gd name="connsiteX2" fmla="*/ 276562 w 605295"/>
              <a:gd name="connsiteY2" fmla="*/ 464752 h 621060"/>
              <a:gd name="connsiteX3" fmla="*/ 0 w 605295"/>
              <a:gd name="connsiteY3" fmla="*/ 464752 h 621060"/>
              <a:gd name="connsiteX4" fmla="*/ 0 w 605295"/>
              <a:gd name="connsiteY4" fmla="*/ 155296 h 621060"/>
              <a:gd name="connsiteX5" fmla="*/ 276562 w 605295"/>
              <a:gd name="connsiteY5" fmla="*/ 155296 h 621060"/>
              <a:gd name="connsiteX6" fmla="*/ 276562 w 605295"/>
              <a:gd name="connsiteY6" fmla="*/ 0 h 621060"/>
              <a:gd name="connsiteX7" fmla="*/ 605295 w 605295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95" h="621060">
                <a:moveTo>
                  <a:pt x="605295" y="310530"/>
                </a:moveTo>
                <a:lnTo>
                  <a:pt x="276562" y="621061"/>
                </a:lnTo>
                <a:lnTo>
                  <a:pt x="276562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2" y="155296"/>
                </a:lnTo>
                <a:lnTo>
                  <a:pt x="276562" y="0"/>
                </a:lnTo>
                <a:lnTo>
                  <a:pt x="605295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3" name="Полилиния 62">
            <a:extLst>
              <a:ext uri="{FF2B5EF4-FFF2-40B4-BE49-F238E27FC236}">
                <a16:creationId xmlns:a16="http://schemas.microsoft.com/office/drawing/2014/main" id="{2ECA4EC4-A9F1-69FA-056E-3B8E3EAA3280}"/>
              </a:ext>
            </a:extLst>
          </p:cNvPr>
          <p:cNvSpPr/>
          <p:nvPr userDrawn="1"/>
        </p:nvSpPr>
        <p:spPr>
          <a:xfrm>
            <a:off x="-910747" y="2552818"/>
            <a:ext cx="825373" cy="818700"/>
          </a:xfrm>
          <a:custGeom>
            <a:avLst/>
            <a:gdLst>
              <a:gd name="connsiteX0" fmla="*/ 322735 w 645416"/>
              <a:gd name="connsiteY0" fmla="*/ 0 h 640198"/>
              <a:gd name="connsiteX1" fmla="*/ 645416 w 645416"/>
              <a:gd name="connsiteY1" fmla="*/ 320099 h 640198"/>
              <a:gd name="connsiteX2" fmla="*/ 322735 w 645416"/>
              <a:gd name="connsiteY2" fmla="*/ 640199 h 640198"/>
              <a:gd name="connsiteX3" fmla="*/ 0 w 645416"/>
              <a:gd name="connsiteY3" fmla="*/ 320099 h 640198"/>
              <a:gd name="connsiteX4" fmla="*/ 322735 w 645416"/>
              <a:gd name="connsiteY4" fmla="*/ 0 h 640198"/>
              <a:gd name="connsiteX5" fmla="*/ 457775 w 645416"/>
              <a:gd name="connsiteY5" fmla="*/ 371132 h 640198"/>
              <a:gd name="connsiteX6" fmla="*/ 454024 w 645416"/>
              <a:gd name="connsiteY6" fmla="*/ 379777 h 640198"/>
              <a:gd name="connsiteX7" fmla="*/ 434526 w 645416"/>
              <a:gd name="connsiteY7" fmla="*/ 408426 h 640198"/>
              <a:gd name="connsiteX8" fmla="*/ 325948 w 645416"/>
              <a:gd name="connsiteY8" fmla="*/ 451583 h 640198"/>
              <a:gd name="connsiteX9" fmla="*/ 213031 w 645416"/>
              <a:gd name="connsiteY9" fmla="*/ 410439 h 640198"/>
              <a:gd name="connsiteX10" fmla="*/ 187801 w 645416"/>
              <a:gd name="connsiteY10" fmla="*/ 382636 h 640198"/>
              <a:gd name="connsiteX11" fmla="*/ 182284 w 645416"/>
              <a:gd name="connsiteY11" fmla="*/ 374184 h 640198"/>
              <a:gd name="connsiteX12" fmla="*/ 181213 w 645416"/>
              <a:gd name="connsiteY12" fmla="*/ 372321 h 640198"/>
              <a:gd name="connsiteX13" fmla="*/ 181213 w 645416"/>
              <a:gd name="connsiteY13" fmla="*/ 372295 h 640198"/>
              <a:gd name="connsiteX14" fmla="*/ 181213 w 645416"/>
              <a:gd name="connsiteY14" fmla="*/ 372362 h 640198"/>
              <a:gd name="connsiteX15" fmla="*/ 181266 w 645416"/>
              <a:gd name="connsiteY15" fmla="*/ 372393 h 640198"/>
              <a:gd name="connsiteX16" fmla="*/ 177142 w 645416"/>
              <a:gd name="connsiteY16" fmla="*/ 374889 h 640198"/>
              <a:gd name="connsiteX17" fmla="*/ 119934 w 645416"/>
              <a:gd name="connsiteY17" fmla="*/ 409500 h 640198"/>
              <a:gd name="connsiteX18" fmla="*/ 115863 w 645416"/>
              <a:gd name="connsiteY18" fmla="*/ 411996 h 640198"/>
              <a:gd name="connsiteX19" fmla="*/ 115863 w 645416"/>
              <a:gd name="connsiteY19" fmla="*/ 412042 h 640198"/>
              <a:gd name="connsiteX20" fmla="*/ 115916 w 645416"/>
              <a:gd name="connsiteY20" fmla="*/ 412131 h 640198"/>
              <a:gd name="connsiteX21" fmla="*/ 116023 w 645416"/>
              <a:gd name="connsiteY21" fmla="*/ 412333 h 640198"/>
              <a:gd name="connsiteX22" fmla="*/ 116292 w 645416"/>
              <a:gd name="connsiteY22" fmla="*/ 412857 h 640198"/>
              <a:gd name="connsiteX23" fmla="*/ 117094 w 645416"/>
              <a:gd name="connsiteY23" fmla="*/ 414326 h 640198"/>
              <a:gd name="connsiteX24" fmla="*/ 119666 w 645416"/>
              <a:gd name="connsiteY24" fmla="*/ 418829 h 640198"/>
              <a:gd name="connsiteX25" fmla="*/ 128986 w 645416"/>
              <a:gd name="connsiteY25" fmla="*/ 433110 h 640198"/>
              <a:gd name="connsiteX26" fmla="*/ 166268 w 645416"/>
              <a:gd name="connsiteY26" fmla="*/ 474295 h 640198"/>
              <a:gd name="connsiteX27" fmla="*/ 325948 w 645416"/>
              <a:gd name="connsiteY27" fmla="*/ 533493 h 640198"/>
              <a:gd name="connsiteX28" fmla="*/ 487610 w 645416"/>
              <a:gd name="connsiteY28" fmla="*/ 466065 h 640198"/>
              <a:gd name="connsiteX29" fmla="*/ 519749 w 645416"/>
              <a:gd name="connsiteY29" fmla="*/ 418690 h 640198"/>
              <a:gd name="connsiteX30" fmla="*/ 526874 w 645416"/>
              <a:gd name="connsiteY30" fmla="*/ 402282 h 640198"/>
              <a:gd name="connsiteX31" fmla="*/ 528696 w 645416"/>
              <a:gd name="connsiteY31" fmla="*/ 397057 h 640198"/>
              <a:gd name="connsiteX32" fmla="*/ 529284 w 645416"/>
              <a:gd name="connsiteY32" fmla="*/ 395334 h 640198"/>
              <a:gd name="connsiteX33" fmla="*/ 529445 w 645416"/>
              <a:gd name="connsiteY33" fmla="*/ 394706 h 640198"/>
              <a:gd name="connsiteX34" fmla="*/ 529552 w 645416"/>
              <a:gd name="connsiteY34" fmla="*/ 394457 h 640198"/>
              <a:gd name="connsiteX35" fmla="*/ 529552 w 645416"/>
              <a:gd name="connsiteY35" fmla="*/ 394348 h 640198"/>
              <a:gd name="connsiteX36" fmla="*/ 529552 w 645416"/>
              <a:gd name="connsiteY36" fmla="*/ 394296 h 640198"/>
              <a:gd name="connsiteX37" fmla="*/ 525160 w 645416"/>
              <a:gd name="connsiteY37" fmla="*/ 392729 h 640198"/>
              <a:gd name="connsiteX38" fmla="*/ 462809 w 645416"/>
              <a:gd name="connsiteY38" fmla="*/ 371184 h 640198"/>
              <a:gd name="connsiteX39" fmla="*/ 458363 w 645416"/>
              <a:gd name="connsiteY39" fmla="*/ 369617 h 640198"/>
              <a:gd name="connsiteX40" fmla="*/ 458363 w 645416"/>
              <a:gd name="connsiteY40" fmla="*/ 369576 h 640198"/>
              <a:gd name="connsiteX41" fmla="*/ 458417 w 645416"/>
              <a:gd name="connsiteY41" fmla="*/ 369493 h 640198"/>
              <a:gd name="connsiteX42" fmla="*/ 458417 w 645416"/>
              <a:gd name="connsiteY42" fmla="*/ 369363 h 640198"/>
              <a:gd name="connsiteX43" fmla="*/ 458417 w 645416"/>
              <a:gd name="connsiteY43" fmla="*/ 369337 h 640198"/>
              <a:gd name="connsiteX44" fmla="*/ 457775 w 645416"/>
              <a:gd name="connsiteY44" fmla="*/ 371132 h 64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45416" h="640198">
                <a:moveTo>
                  <a:pt x="322735" y="0"/>
                </a:moveTo>
                <a:cubicBezTo>
                  <a:pt x="500948" y="0"/>
                  <a:pt x="645416" y="143313"/>
                  <a:pt x="645416" y="320099"/>
                </a:cubicBezTo>
                <a:cubicBezTo>
                  <a:pt x="645416" y="496885"/>
                  <a:pt x="500948" y="640199"/>
                  <a:pt x="322735" y="640199"/>
                </a:cubicBezTo>
                <a:cubicBezTo>
                  <a:pt x="144521" y="640194"/>
                  <a:pt x="0" y="496884"/>
                  <a:pt x="0" y="320099"/>
                </a:cubicBezTo>
                <a:cubicBezTo>
                  <a:pt x="52" y="143313"/>
                  <a:pt x="144521" y="1"/>
                  <a:pt x="322735" y="0"/>
                </a:cubicBezTo>
                <a:close/>
                <a:moveTo>
                  <a:pt x="457775" y="371132"/>
                </a:moveTo>
                <a:cubicBezTo>
                  <a:pt x="457131" y="372973"/>
                  <a:pt x="455899" y="375984"/>
                  <a:pt x="454024" y="379777"/>
                </a:cubicBezTo>
                <a:cubicBezTo>
                  <a:pt x="450275" y="387406"/>
                  <a:pt x="444061" y="397891"/>
                  <a:pt x="434526" y="408426"/>
                </a:cubicBezTo>
                <a:cubicBezTo>
                  <a:pt x="416261" y="428663"/>
                  <a:pt x="383692" y="451583"/>
                  <a:pt x="325948" y="451583"/>
                </a:cubicBezTo>
                <a:cubicBezTo>
                  <a:pt x="272221" y="451583"/>
                  <a:pt x="235903" y="430606"/>
                  <a:pt x="213031" y="410439"/>
                </a:cubicBezTo>
                <a:cubicBezTo>
                  <a:pt x="201407" y="400201"/>
                  <a:pt x="193104" y="390025"/>
                  <a:pt x="187801" y="382636"/>
                </a:cubicBezTo>
                <a:cubicBezTo>
                  <a:pt x="185177" y="378959"/>
                  <a:pt x="183356" y="376020"/>
                  <a:pt x="182284" y="374184"/>
                </a:cubicBezTo>
                <a:cubicBezTo>
                  <a:pt x="181749" y="373268"/>
                  <a:pt x="181374" y="372630"/>
                  <a:pt x="181213" y="372321"/>
                </a:cubicBezTo>
                <a:lnTo>
                  <a:pt x="181213" y="372295"/>
                </a:lnTo>
                <a:cubicBezTo>
                  <a:pt x="181213" y="372314"/>
                  <a:pt x="181213" y="372340"/>
                  <a:pt x="181213" y="372362"/>
                </a:cubicBezTo>
                <a:cubicBezTo>
                  <a:pt x="181213" y="372373"/>
                  <a:pt x="181213" y="372388"/>
                  <a:pt x="181266" y="372393"/>
                </a:cubicBezTo>
                <a:cubicBezTo>
                  <a:pt x="181266" y="372402"/>
                  <a:pt x="181213" y="372443"/>
                  <a:pt x="177142" y="374889"/>
                </a:cubicBezTo>
                <a:lnTo>
                  <a:pt x="119934" y="409500"/>
                </a:lnTo>
                <a:cubicBezTo>
                  <a:pt x="116131" y="411816"/>
                  <a:pt x="115863" y="411977"/>
                  <a:pt x="115863" y="411996"/>
                </a:cubicBezTo>
                <a:cubicBezTo>
                  <a:pt x="115863" y="412003"/>
                  <a:pt x="115863" y="412029"/>
                  <a:pt x="115863" y="412042"/>
                </a:cubicBezTo>
                <a:cubicBezTo>
                  <a:pt x="115916" y="412070"/>
                  <a:pt x="115916" y="412100"/>
                  <a:pt x="115916" y="412131"/>
                </a:cubicBezTo>
                <a:cubicBezTo>
                  <a:pt x="115970" y="412192"/>
                  <a:pt x="116023" y="412260"/>
                  <a:pt x="116023" y="412333"/>
                </a:cubicBezTo>
                <a:cubicBezTo>
                  <a:pt x="116131" y="412482"/>
                  <a:pt x="116184" y="412660"/>
                  <a:pt x="116292" y="412857"/>
                </a:cubicBezTo>
                <a:cubicBezTo>
                  <a:pt x="116506" y="413253"/>
                  <a:pt x="116773" y="413745"/>
                  <a:pt x="117094" y="414326"/>
                </a:cubicBezTo>
                <a:cubicBezTo>
                  <a:pt x="117738" y="415486"/>
                  <a:pt x="118594" y="417004"/>
                  <a:pt x="119666" y="418829"/>
                </a:cubicBezTo>
                <a:cubicBezTo>
                  <a:pt x="121809" y="422480"/>
                  <a:pt x="124915" y="427383"/>
                  <a:pt x="128986" y="433110"/>
                </a:cubicBezTo>
                <a:cubicBezTo>
                  <a:pt x="137128" y="444535"/>
                  <a:pt x="149395" y="459449"/>
                  <a:pt x="166268" y="474295"/>
                </a:cubicBezTo>
                <a:cubicBezTo>
                  <a:pt x="200283" y="504297"/>
                  <a:pt x="252670" y="533493"/>
                  <a:pt x="325948" y="533493"/>
                </a:cubicBezTo>
                <a:cubicBezTo>
                  <a:pt x="404529" y="533493"/>
                  <a:pt x="455953" y="501117"/>
                  <a:pt x="487610" y="466065"/>
                </a:cubicBezTo>
                <a:cubicBezTo>
                  <a:pt x="503038" y="448957"/>
                  <a:pt x="513268" y="431794"/>
                  <a:pt x="519749" y="418690"/>
                </a:cubicBezTo>
                <a:cubicBezTo>
                  <a:pt x="522964" y="412118"/>
                  <a:pt x="525321" y="406489"/>
                  <a:pt x="526874" y="402282"/>
                </a:cubicBezTo>
                <a:cubicBezTo>
                  <a:pt x="527677" y="400176"/>
                  <a:pt x="528267" y="398412"/>
                  <a:pt x="528696" y="397057"/>
                </a:cubicBezTo>
                <a:cubicBezTo>
                  <a:pt x="528964" y="396381"/>
                  <a:pt x="529124" y="395803"/>
                  <a:pt x="529284" y="395334"/>
                </a:cubicBezTo>
                <a:cubicBezTo>
                  <a:pt x="529338" y="395099"/>
                  <a:pt x="529392" y="394887"/>
                  <a:pt x="529445" y="394706"/>
                </a:cubicBezTo>
                <a:cubicBezTo>
                  <a:pt x="529499" y="394617"/>
                  <a:pt x="529499" y="394533"/>
                  <a:pt x="529552" y="394457"/>
                </a:cubicBezTo>
                <a:cubicBezTo>
                  <a:pt x="529552" y="394420"/>
                  <a:pt x="529552" y="394382"/>
                  <a:pt x="529552" y="394348"/>
                </a:cubicBezTo>
                <a:cubicBezTo>
                  <a:pt x="529552" y="394331"/>
                  <a:pt x="529552" y="394305"/>
                  <a:pt x="529552" y="394296"/>
                </a:cubicBezTo>
                <a:cubicBezTo>
                  <a:pt x="529552" y="394280"/>
                  <a:pt x="529338" y="394191"/>
                  <a:pt x="525160" y="392729"/>
                </a:cubicBezTo>
                <a:lnTo>
                  <a:pt x="462809" y="371184"/>
                </a:lnTo>
                <a:cubicBezTo>
                  <a:pt x="458363" y="369639"/>
                  <a:pt x="458363" y="369628"/>
                  <a:pt x="458363" y="369617"/>
                </a:cubicBezTo>
                <a:cubicBezTo>
                  <a:pt x="458363" y="369609"/>
                  <a:pt x="458363" y="369589"/>
                  <a:pt x="458363" y="369576"/>
                </a:cubicBezTo>
                <a:cubicBezTo>
                  <a:pt x="458363" y="369548"/>
                  <a:pt x="458363" y="369517"/>
                  <a:pt x="458417" y="369493"/>
                </a:cubicBezTo>
                <a:cubicBezTo>
                  <a:pt x="458417" y="369445"/>
                  <a:pt x="458417" y="369399"/>
                  <a:pt x="458417" y="369363"/>
                </a:cubicBezTo>
                <a:lnTo>
                  <a:pt x="458417" y="369337"/>
                </a:lnTo>
                <a:cubicBezTo>
                  <a:pt x="458363" y="369602"/>
                  <a:pt x="458149" y="370218"/>
                  <a:pt x="457775" y="371132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5" name="Полилиния 84">
            <a:extLst>
              <a:ext uri="{FF2B5EF4-FFF2-40B4-BE49-F238E27FC236}">
                <a16:creationId xmlns:a16="http://schemas.microsoft.com/office/drawing/2014/main" id="{BE0F3DA7-50E0-BC35-AFB2-2DDC628FADD1}"/>
              </a:ext>
            </a:extLst>
          </p:cNvPr>
          <p:cNvSpPr/>
          <p:nvPr/>
        </p:nvSpPr>
        <p:spPr>
          <a:xfrm>
            <a:off x="161640" y="191094"/>
            <a:ext cx="744829" cy="760073"/>
          </a:xfrm>
          <a:custGeom>
            <a:avLst/>
            <a:gdLst>
              <a:gd name="connsiteX0" fmla="*/ 371088 w 744829"/>
              <a:gd name="connsiteY0" fmla="*/ 674184 h 760073"/>
              <a:gd name="connsiteX1" fmla="*/ 744830 w 744829"/>
              <a:gd name="connsiteY1" fmla="*/ 417522 h 760073"/>
              <a:gd name="connsiteX2" fmla="*/ 744830 w 744829"/>
              <a:gd name="connsiteY2" fmla="*/ 760074 h 760073"/>
              <a:gd name="connsiteX3" fmla="*/ 351952 w 744829"/>
              <a:gd name="connsiteY3" fmla="*/ 760074 h 760073"/>
              <a:gd name="connsiteX4" fmla="*/ 351967 w 744829"/>
              <a:gd name="connsiteY4" fmla="*/ 759985 h 760073"/>
              <a:gd name="connsiteX5" fmla="*/ 0 w 744829"/>
              <a:gd name="connsiteY5" fmla="*/ 759985 h 760073"/>
              <a:gd name="connsiteX6" fmla="*/ 0 w 744829"/>
              <a:gd name="connsiteY6" fmla="*/ 0 h 760073"/>
              <a:gd name="connsiteX7" fmla="*/ 371088 w 744829"/>
              <a:gd name="connsiteY7" fmla="*/ 0 h 760073"/>
              <a:gd name="connsiteX8" fmla="*/ 371088 w 744829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9" h="760073">
                <a:moveTo>
                  <a:pt x="371088" y="674184"/>
                </a:moveTo>
                <a:cubicBezTo>
                  <a:pt x="423959" y="524922"/>
                  <a:pt x="571310" y="417522"/>
                  <a:pt x="744830" y="417522"/>
                </a:cubicBezTo>
                <a:lnTo>
                  <a:pt x="744830" y="760074"/>
                </a:lnTo>
                <a:lnTo>
                  <a:pt x="351952" y="760074"/>
                </a:lnTo>
                <a:cubicBezTo>
                  <a:pt x="351955" y="760044"/>
                  <a:pt x="351964" y="760015"/>
                  <a:pt x="351967" y="759985"/>
                </a:cubicBezTo>
                <a:lnTo>
                  <a:pt x="0" y="759985"/>
                </a:lnTo>
                <a:lnTo>
                  <a:pt x="0" y="0"/>
                </a:lnTo>
                <a:lnTo>
                  <a:pt x="371088" y="0"/>
                </a:lnTo>
                <a:lnTo>
                  <a:pt x="371088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6" name="Полилиния 85">
            <a:extLst>
              <a:ext uri="{FF2B5EF4-FFF2-40B4-BE49-F238E27FC236}">
                <a16:creationId xmlns:a16="http://schemas.microsoft.com/office/drawing/2014/main" id="{B3E37F0F-7363-7497-C179-A4A819C3453C}"/>
              </a:ext>
            </a:extLst>
          </p:cNvPr>
          <p:cNvSpPr/>
          <p:nvPr/>
        </p:nvSpPr>
        <p:spPr>
          <a:xfrm>
            <a:off x="1164489" y="191094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7" name="Полилиния 86">
            <a:extLst>
              <a:ext uri="{FF2B5EF4-FFF2-40B4-BE49-F238E27FC236}">
                <a16:creationId xmlns:a16="http://schemas.microsoft.com/office/drawing/2014/main" id="{78D3348C-79B5-C314-2DEA-8BCBA77FF11E}"/>
              </a:ext>
            </a:extLst>
          </p:cNvPr>
          <p:cNvSpPr/>
          <p:nvPr/>
        </p:nvSpPr>
        <p:spPr>
          <a:xfrm>
            <a:off x="1985553" y="191094"/>
            <a:ext cx="742199" cy="759999"/>
          </a:xfrm>
          <a:custGeom>
            <a:avLst/>
            <a:gdLst>
              <a:gd name="connsiteX0" fmla="*/ 742199 w 742199"/>
              <a:gd name="connsiteY0" fmla="*/ 760000 h 759999"/>
              <a:gd name="connsiteX1" fmla="*/ 0 w 742199"/>
              <a:gd name="connsiteY1" fmla="*/ 760000 h 759999"/>
              <a:gd name="connsiteX2" fmla="*/ 0 w 742199"/>
              <a:gd name="connsiteY2" fmla="*/ 0 h 759999"/>
              <a:gd name="connsiteX3" fmla="*/ 371100 w 742199"/>
              <a:gd name="connsiteY3" fmla="*/ 380014 h 759999"/>
              <a:gd name="connsiteX4" fmla="*/ 742199 w 742199"/>
              <a:gd name="connsiteY4" fmla="*/ 0 h 759999"/>
              <a:gd name="connsiteX5" fmla="*/ 742199 w 742199"/>
              <a:gd name="connsiteY5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9" h="759999">
                <a:moveTo>
                  <a:pt x="742199" y="760000"/>
                </a:moveTo>
                <a:lnTo>
                  <a:pt x="0" y="760000"/>
                </a:lnTo>
                <a:lnTo>
                  <a:pt x="0" y="0"/>
                </a:lnTo>
                <a:lnTo>
                  <a:pt x="371100" y="380014"/>
                </a:lnTo>
                <a:lnTo>
                  <a:pt x="742199" y="0"/>
                </a:lnTo>
                <a:lnTo>
                  <a:pt x="742199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8" name="Полилиния 87">
            <a:extLst>
              <a:ext uri="{FF2B5EF4-FFF2-40B4-BE49-F238E27FC236}">
                <a16:creationId xmlns:a16="http://schemas.microsoft.com/office/drawing/2014/main" id="{0386ACE4-94B4-3F84-DD00-82C80FC8D88E}"/>
              </a:ext>
            </a:extLst>
          </p:cNvPr>
          <p:cNvSpPr/>
          <p:nvPr/>
        </p:nvSpPr>
        <p:spPr>
          <a:xfrm>
            <a:off x="2955438" y="184702"/>
            <a:ext cx="761373" cy="766364"/>
          </a:xfrm>
          <a:custGeom>
            <a:avLst/>
            <a:gdLst>
              <a:gd name="connsiteX0" fmla="*/ 399916 w 761373"/>
              <a:gd name="connsiteY0" fmla="*/ 75099 h 766364"/>
              <a:gd name="connsiteX1" fmla="*/ 700208 w 761373"/>
              <a:gd name="connsiteY1" fmla="*/ 75099 h 766364"/>
              <a:gd name="connsiteX2" fmla="*/ 701422 w 761373"/>
              <a:gd name="connsiteY2" fmla="*/ 436749 h 766364"/>
              <a:gd name="connsiteX3" fmla="*/ 380670 w 761373"/>
              <a:gd name="connsiteY3" fmla="*/ 766364 h 766364"/>
              <a:gd name="connsiteX4" fmla="*/ 59963 w 761373"/>
              <a:gd name="connsiteY4" fmla="*/ 436763 h 766364"/>
              <a:gd name="connsiteX5" fmla="*/ 61177 w 761373"/>
              <a:gd name="connsiteY5" fmla="*/ 75099 h 766364"/>
              <a:gd name="connsiteX6" fmla="*/ 361469 w 761373"/>
              <a:gd name="connsiteY6" fmla="*/ 75099 h 766364"/>
              <a:gd name="connsiteX7" fmla="*/ 380685 w 761373"/>
              <a:gd name="connsiteY7" fmla="*/ 98340 h 766364"/>
              <a:gd name="connsiteX8" fmla="*/ 399916 w 761373"/>
              <a:gd name="connsiteY8" fmla="*/ 75099 h 766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64">
                <a:moveTo>
                  <a:pt x="399916" y="75099"/>
                </a:moveTo>
                <a:cubicBezTo>
                  <a:pt x="482685" y="-25019"/>
                  <a:pt x="617394" y="-25019"/>
                  <a:pt x="700208" y="75099"/>
                </a:cubicBezTo>
                <a:cubicBezTo>
                  <a:pt x="781292" y="173186"/>
                  <a:pt x="781823" y="328663"/>
                  <a:pt x="701422" y="436749"/>
                </a:cubicBezTo>
                <a:cubicBezTo>
                  <a:pt x="621037" y="544837"/>
                  <a:pt x="380670" y="766364"/>
                  <a:pt x="380670" y="766364"/>
                </a:cubicBezTo>
                <a:cubicBezTo>
                  <a:pt x="380670" y="766364"/>
                  <a:pt x="140363" y="544864"/>
                  <a:pt x="59963" y="436763"/>
                </a:cubicBezTo>
                <a:cubicBezTo>
                  <a:pt x="-20453" y="328663"/>
                  <a:pt x="-19922" y="173185"/>
                  <a:pt x="61177" y="75099"/>
                </a:cubicBezTo>
                <a:cubicBezTo>
                  <a:pt x="143961" y="-25033"/>
                  <a:pt x="278685" y="-25033"/>
                  <a:pt x="361469" y="75099"/>
                </a:cubicBezTo>
                <a:lnTo>
                  <a:pt x="380685" y="98340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9" name="Полилиния 88">
            <a:extLst>
              <a:ext uri="{FF2B5EF4-FFF2-40B4-BE49-F238E27FC236}">
                <a16:creationId xmlns:a16="http://schemas.microsoft.com/office/drawing/2014/main" id="{4E195A25-0F6D-86D8-EE4E-6119DFA789F1}"/>
              </a:ext>
            </a:extLst>
          </p:cNvPr>
          <p:cNvSpPr/>
          <p:nvPr/>
        </p:nvSpPr>
        <p:spPr>
          <a:xfrm>
            <a:off x="3929300" y="197486"/>
            <a:ext cx="717534" cy="740825"/>
          </a:xfrm>
          <a:custGeom>
            <a:avLst/>
            <a:gdLst>
              <a:gd name="connsiteX0" fmla="*/ 717534 w 717534"/>
              <a:gd name="connsiteY0" fmla="*/ 370412 h 740825"/>
              <a:gd name="connsiteX1" fmla="*/ 327887 w 717534"/>
              <a:gd name="connsiteY1" fmla="*/ 740825 h 740825"/>
              <a:gd name="connsiteX2" fmla="*/ 327887 w 717534"/>
              <a:gd name="connsiteY2" fmla="*/ 554427 h 740825"/>
              <a:gd name="connsiteX3" fmla="*/ 0 w 717534"/>
              <a:gd name="connsiteY3" fmla="*/ 554427 h 740825"/>
              <a:gd name="connsiteX4" fmla="*/ 0 w 717534"/>
              <a:gd name="connsiteY4" fmla="*/ 185288 h 740825"/>
              <a:gd name="connsiteX5" fmla="*/ 327887 w 717534"/>
              <a:gd name="connsiteY5" fmla="*/ 185288 h 740825"/>
              <a:gd name="connsiteX6" fmla="*/ 327887 w 717534"/>
              <a:gd name="connsiteY6" fmla="*/ 0 h 740825"/>
              <a:gd name="connsiteX7" fmla="*/ 717534 w 717534"/>
              <a:gd name="connsiteY7" fmla="*/ 370412 h 740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25">
                <a:moveTo>
                  <a:pt x="717534" y="370412"/>
                </a:moveTo>
                <a:lnTo>
                  <a:pt x="327887" y="740825"/>
                </a:lnTo>
                <a:lnTo>
                  <a:pt x="327887" y="554427"/>
                </a:lnTo>
                <a:lnTo>
                  <a:pt x="0" y="554427"/>
                </a:lnTo>
                <a:lnTo>
                  <a:pt x="0" y="185288"/>
                </a:lnTo>
                <a:lnTo>
                  <a:pt x="327887" y="185288"/>
                </a:lnTo>
                <a:lnTo>
                  <a:pt x="327887" y="0"/>
                </a:lnTo>
                <a:lnTo>
                  <a:pt x="717534" y="370412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0" name="Полилиния 89">
            <a:extLst>
              <a:ext uri="{FF2B5EF4-FFF2-40B4-BE49-F238E27FC236}">
                <a16:creationId xmlns:a16="http://schemas.microsoft.com/office/drawing/2014/main" id="{07CB7D8A-52F8-C475-87CC-07BC32B0C517}"/>
              </a:ext>
            </a:extLst>
          </p:cNvPr>
          <p:cNvSpPr/>
          <p:nvPr/>
        </p:nvSpPr>
        <p:spPr>
          <a:xfrm>
            <a:off x="4813798" y="189200"/>
            <a:ext cx="765058" cy="763669"/>
          </a:xfrm>
          <a:custGeom>
            <a:avLst/>
            <a:gdLst>
              <a:gd name="connsiteX0" fmla="*/ 382529 w 765058"/>
              <a:gd name="connsiteY0" fmla="*/ 0 h 763669"/>
              <a:gd name="connsiteX1" fmla="*/ 765058 w 765058"/>
              <a:gd name="connsiteY1" fmla="*/ 381834 h 763669"/>
              <a:gd name="connsiteX2" fmla="*/ 382529 w 765058"/>
              <a:gd name="connsiteY2" fmla="*/ 763669 h 763669"/>
              <a:gd name="connsiteX3" fmla="*/ 0 w 765058"/>
              <a:gd name="connsiteY3" fmla="*/ 381834 h 763669"/>
              <a:gd name="connsiteX4" fmla="*/ 382529 w 765058"/>
              <a:gd name="connsiteY4" fmla="*/ 0 h 763669"/>
              <a:gd name="connsiteX5" fmla="*/ 542663 w 765058"/>
              <a:gd name="connsiteY5" fmla="*/ 442704 h 763669"/>
              <a:gd name="connsiteX6" fmla="*/ 538170 w 765058"/>
              <a:gd name="connsiteY6" fmla="*/ 453017 h 763669"/>
              <a:gd name="connsiteX7" fmla="*/ 515083 w 765058"/>
              <a:gd name="connsiteY7" fmla="*/ 487181 h 763669"/>
              <a:gd name="connsiteX8" fmla="*/ 386339 w 765058"/>
              <a:gd name="connsiteY8" fmla="*/ 538670 h 763669"/>
              <a:gd name="connsiteX9" fmla="*/ 252495 w 765058"/>
              <a:gd name="connsiteY9" fmla="*/ 489578 h 763669"/>
              <a:gd name="connsiteX10" fmla="*/ 222623 w 765058"/>
              <a:gd name="connsiteY10" fmla="*/ 456420 h 763669"/>
              <a:gd name="connsiteX11" fmla="*/ 216036 w 765058"/>
              <a:gd name="connsiteY11" fmla="*/ 446330 h 763669"/>
              <a:gd name="connsiteX12" fmla="*/ 214776 w 765058"/>
              <a:gd name="connsiteY12" fmla="*/ 444125 h 763669"/>
              <a:gd name="connsiteX13" fmla="*/ 214715 w 765058"/>
              <a:gd name="connsiteY13" fmla="*/ 443977 h 763669"/>
              <a:gd name="connsiteX14" fmla="*/ 214746 w 765058"/>
              <a:gd name="connsiteY14" fmla="*/ 444095 h 763669"/>
              <a:gd name="connsiteX15" fmla="*/ 214791 w 765058"/>
              <a:gd name="connsiteY15" fmla="*/ 444169 h 763669"/>
              <a:gd name="connsiteX16" fmla="*/ 214807 w 765058"/>
              <a:gd name="connsiteY16" fmla="*/ 444199 h 763669"/>
              <a:gd name="connsiteX17" fmla="*/ 209980 w 765058"/>
              <a:gd name="connsiteY17" fmla="*/ 447187 h 763669"/>
              <a:gd name="connsiteX18" fmla="*/ 142147 w 765058"/>
              <a:gd name="connsiteY18" fmla="*/ 488467 h 763669"/>
              <a:gd name="connsiteX19" fmla="*/ 137320 w 765058"/>
              <a:gd name="connsiteY19" fmla="*/ 491441 h 763669"/>
              <a:gd name="connsiteX20" fmla="*/ 137335 w 765058"/>
              <a:gd name="connsiteY20" fmla="*/ 491500 h 763669"/>
              <a:gd name="connsiteX21" fmla="*/ 137396 w 765058"/>
              <a:gd name="connsiteY21" fmla="*/ 491605 h 763669"/>
              <a:gd name="connsiteX22" fmla="*/ 137517 w 765058"/>
              <a:gd name="connsiteY22" fmla="*/ 491841 h 763669"/>
              <a:gd name="connsiteX23" fmla="*/ 137836 w 765058"/>
              <a:gd name="connsiteY23" fmla="*/ 492478 h 763669"/>
              <a:gd name="connsiteX24" fmla="*/ 138777 w 765058"/>
              <a:gd name="connsiteY24" fmla="*/ 494223 h 763669"/>
              <a:gd name="connsiteX25" fmla="*/ 141813 w 765058"/>
              <a:gd name="connsiteY25" fmla="*/ 499594 h 763669"/>
              <a:gd name="connsiteX26" fmla="*/ 152893 w 765058"/>
              <a:gd name="connsiteY26" fmla="*/ 516624 h 763669"/>
              <a:gd name="connsiteX27" fmla="*/ 197032 w 765058"/>
              <a:gd name="connsiteY27" fmla="*/ 565761 h 763669"/>
              <a:gd name="connsiteX28" fmla="*/ 386339 w 765058"/>
              <a:gd name="connsiteY28" fmla="*/ 636367 h 763669"/>
              <a:gd name="connsiteX29" fmla="*/ 577983 w 765058"/>
              <a:gd name="connsiteY29" fmla="*/ 555937 h 763669"/>
              <a:gd name="connsiteX30" fmla="*/ 616081 w 765058"/>
              <a:gd name="connsiteY30" fmla="*/ 499432 h 763669"/>
              <a:gd name="connsiteX31" fmla="*/ 624535 w 765058"/>
              <a:gd name="connsiteY31" fmla="*/ 479857 h 763669"/>
              <a:gd name="connsiteX32" fmla="*/ 626721 w 765058"/>
              <a:gd name="connsiteY32" fmla="*/ 473627 h 763669"/>
              <a:gd name="connsiteX33" fmla="*/ 627374 w 765058"/>
              <a:gd name="connsiteY33" fmla="*/ 471571 h 763669"/>
              <a:gd name="connsiteX34" fmla="*/ 627601 w 765058"/>
              <a:gd name="connsiteY34" fmla="*/ 470816 h 763669"/>
              <a:gd name="connsiteX35" fmla="*/ 627693 w 765058"/>
              <a:gd name="connsiteY35" fmla="*/ 470521 h 763669"/>
              <a:gd name="connsiteX36" fmla="*/ 627708 w 765058"/>
              <a:gd name="connsiteY36" fmla="*/ 470388 h 763669"/>
              <a:gd name="connsiteX37" fmla="*/ 627738 w 765058"/>
              <a:gd name="connsiteY37" fmla="*/ 470329 h 763669"/>
              <a:gd name="connsiteX38" fmla="*/ 622471 w 765058"/>
              <a:gd name="connsiteY38" fmla="*/ 468464 h 763669"/>
              <a:gd name="connsiteX39" fmla="*/ 548582 w 765058"/>
              <a:gd name="connsiteY39" fmla="*/ 442763 h 763669"/>
              <a:gd name="connsiteX40" fmla="*/ 543315 w 765058"/>
              <a:gd name="connsiteY40" fmla="*/ 440900 h 763669"/>
              <a:gd name="connsiteX41" fmla="*/ 543330 w 765058"/>
              <a:gd name="connsiteY41" fmla="*/ 440840 h 763669"/>
              <a:gd name="connsiteX42" fmla="*/ 543361 w 765058"/>
              <a:gd name="connsiteY42" fmla="*/ 440751 h 763669"/>
              <a:gd name="connsiteX43" fmla="*/ 543406 w 765058"/>
              <a:gd name="connsiteY43" fmla="*/ 440589 h 763669"/>
              <a:gd name="connsiteX44" fmla="*/ 542663 w 765058"/>
              <a:gd name="connsiteY44" fmla="*/ 442704 h 763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69">
                <a:moveTo>
                  <a:pt x="382529" y="0"/>
                </a:moveTo>
                <a:cubicBezTo>
                  <a:pt x="593799" y="2"/>
                  <a:pt x="765058" y="170956"/>
                  <a:pt x="765058" y="381834"/>
                </a:cubicBezTo>
                <a:cubicBezTo>
                  <a:pt x="765058" y="592711"/>
                  <a:pt x="593799" y="763668"/>
                  <a:pt x="382529" y="763669"/>
                </a:cubicBezTo>
                <a:cubicBezTo>
                  <a:pt x="171274" y="763669"/>
                  <a:pt x="0" y="592713"/>
                  <a:pt x="0" y="381834"/>
                </a:cubicBezTo>
                <a:cubicBezTo>
                  <a:pt x="0" y="170955"/>
                  <a:pt x="171274" y="0"/>
                  <a:pt x="382529" y="0"/>
                </a:cubicBezTo>
                <a:close/>
                <a:moveTo>
                  <a:pt x="542663" y="442704"/>
                </a:moveTo>
                <a:cubicBezTo>
                  <a:pt x="541843" y="444899"/>
                  <a:pt x="540386" y="448493"/>
                  <a:pt x="538170" y="453017"/>
                </a:cubicBezTo>
                <a:cubicBezTo>
                  <a:pt x="533722" y="462115"/>
                  <a:pt x="526361" y="474616"/>
                  <a:pt x="515083" y="487181"/>
                </a:cubicBezTo>
                <a:cubicBezTo>
                  <a:pt x="493408" y="511321"/>
                  <a:pt x="454779" y="538670"/>
                  <a:pt x="386339" y="538670"/>
                </a:cubicBezTo>
                <a:cubicBezTo>
                  <a:pt x="322650" y="538670"/>
                  <a:pt x="279634" y="513634"/>
                  <a:pt x="252495" y="489578"/>
                </a:cubicBezTo>
                <a:cubicBezTo>
                  <a:pt x="238712" y="477365"/>
                  <a:pt x="228877" y="465233"/>
                  <a:pt x="222623" y="456420"/>
                </a:cubicBezTo>
                <a:cubicBezTo>
                  <a:pt x="219512" y="452032"/>
                  <a:pt x="217326" y="448520"/>
                  <a:pt x="216036" y="446330"/>
                </a:cubicBezTo>
                <a:cubicBezTo>
                  <a:pt x="215399" y="445246"/>
                  <a:pt x="214989" y="444495"/>
                  <a:pt x="214776" y="444125"/>
                </a:cubicBezTo>
                <a:lnTo>
                  <a:pt x="214715" y="443977"/>
                </a:lnTo>
                <a:cubicBezTo>
                  <a:pt x="214731" y="444007"/>
                  <a:pt x="214731" y="444052"/>
                  <a:pt x="214746" y="444095"/>
                </a:cubicBezTo>
                <a:cubicBezTo>
                  <a:pt x="214761" y="444118"/>
                  <a:pt x="214791" y="444143"/>
                  <a:pt x="214791" y="444169"/>
                </a:cubicBezTo>
                <a:lnTo>
                  <a:pt x="214807" y="444199"/>
                </a:lnTo>
                <a:cubicBezTo>
                  <a:pt x="214822" y="444210"/>
                  <a:pt x="214761" y="444269"/>
                  <a:pt x="209980" y="447187"/>
                </a:cubicBezTo>
                <a:lnTo>
                  <a:pt x="142147" y="488467"/>
                </a:lnTo>
                <a:cubicBezTo>
                  <a:pt x="137730" y="491163"/>
                  <a:pt x="137351" y="491410"/>
                  <a:pt x="137320" y="491441"/>
                </a:cubicBezTo>
                <a:cubicBezTo>
                  <a:pt x="137320" y="491450"/>
                  <a:pt x="137320" y="491484"/>
                  <a:pt x="137335" y="491500"/>
                </a:cubicBezTo>
                <a:cubicBezTo>
                  <a:pt x="137351" y="491534"/>
                  <a:pt x="137381" y="491567"/>
                  <a:pt x="137396" y="491605"/>
                </a:cubicBezTo>
                <a:cubicBezTo>
                  <a:pt x="137426" y="491676"/>
                  <a:pt x="137472" y="491755"/>
                  <a:pt x="137517" y="491841"/>
                </a:cubicBezTo>
                <a:cubicBezTo>
                  <a:pt x="137609" y="492020"/>
                  <a:pt x="137715" y="492241"/>
                  <a:pt x="137836" y="492478"/>
                </a:cubicBezTo>
                <a:cubicBezTo>
                  <a:pt x="138079" y="492949"/>
                  <a:pt x="138398" y="493534"/>
                  <a:pt x="138777" y="494223"/>
                </a:cubicBezTo>
                <a:cubicBezTo>
                  <a:pt x="139521" y="495606"/>
                  <a:pt x="140523" y="497418"/>
                  <a:pt x="141813" y="499594"/>
                </a:cubicBezTo>
                <a:cubicBezTo>
                  <a:pt x="144378" y="503948"/>
                  <a:pt x="148051" y="509794"/>
                  <a:pt x="152893" y="516624"/>
                </a:cubicBezTo>
                <a:cubicBezTo>
                  <a:pt x="162562" y="530253"/>
                  <a:pt x="177058" y="548051"/>
                  <a:pt x="197032" y="565761"/>
                </a:cubicBezTo>
                <a:cubicBezTo>
                  <a:pt x="237407" y="601547"/>
                  <a:pt x="299518" y="636366"/>
                  <a:pt x="386339" y="636367"/>
                </a:cubicBezTo>
                <a:cubicBezTo>
                  <a:pt x="479474" y="636367"/>
                  <a:pt x="540462" y="597749"/>
                  <a:pt x="577983" y="555937"/>
                </a:cubicBezTo>
                <a:cubicBezTo>
                  <a:pt x="596304" y="535530"/>
                  <a:pt x="608431" y="515062"/>
                  <a:pt x="616081" y="499432"/>
                </a:cubicBezTo>
                <a:cubicBezTo>
                  <a:pt x="619921" y="491591"/>
                  <a:pt x="622669" y="484875"/>
                  <a:pt x="624535" y="479857"/>
                </a:cubicBezTo>
                <a:cubicBezTo>
                  <a:pt x="625477" y="477345"/>
                  <a:pt x="626190" y="475244"/>
                  <a:pt x="626721" y="473627"/>
                </a:cubicBezTo>
                <a:cubicBezTo>
                  <a:pt x="626979" y="472821"/>
                  <a:pt x="627207" y="472132"/>
                  <a:pt x="627374" y="471571"/>
                </a:cubicBezTo>
                <a:cubicBezTo>
                  <a:pt x="627465" y="471291"/>
                  <a:pt x="627526" y="471033"/>
                  <a:pt x="627601" y="470816"/>
                </a:cubicBezTo>
                <a:cubicBezTo>
                  <a:pt x="627632" y="470712"/>
                  <a:pt x="627662" y="470610"/>
                  <a:pt x="627693" y="470521"/>
                </a:cubicBezTo>
                <a:cubicBezTo>
                  <a:pt x="627693" y="470476"/>
                  <a:pt x="627708" y="470427"/>
                  <a:pt x="627708" y="470388"/>
                </a:cubicBezTo>
                <a:cubicBezTo>
                  <a:pt x="627723" y="470366"/>
                  <a:pt x="627738" y="470338"/>
                  <a:pt x="627738" y="470329"/>
                </a:cubicBezTo>
                <a:cubicBezTo>
                  <a:pt x="627738" y="470309"/>
                  <a:pt x="627465" y="470209"/>
                  <a:pt x="622471" y="468464"/>
                </a:cubicBezTo>
                <a:lnTo>
                  <a:pt x="548582" y="442763"/>
                </a:lnTo>
                <a:cubicBezTo>
                  <a:pt x="543649" y="441040"/>
                  <a:pt x="543330" y="440919"/>
                  <a:pt x="543315" y="440900"/>
                </a:cubicBezTo>
                <a:cubicBezTo>
                  <a:pt x="543315" y="440890"/>
                  <a:pt x="543330" y="440856"/>
                  <a:pt x="543330" y="440840"/>
                </a:cubicBezTo>
                <a:cubicBezTo>
                  <a:pt x="543330" y="440810"/>
                  <a:pt x="543346" y="440780"/>
                  <a:pt x="543361" y="440751"/>
                </a:cubicBezTo>
                <a:cubicBezTo>
                  <a:pt x="543376" y="440693"/>
                  <a:pt x="543391" y="440633"/>
                  <a:pt x="543406" y="440589"/>
                </a:cubicBezTo>
                <a:lnTo>
                  <a:pt x="542663" y="44270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1" name="Полилиния 90">
            <a:extLst>
              <a:ext uri="{FF2B5EF4-FFF2-40B4-BE49-F238E27FC236}">
                <a16:creationId xmlns:a16="http://schemas.microsoft.com/office/drawing/2014/main" id="{8BD04829-D7EB-9B9A-7BF1-C73A73AA2982}"/>
              </a:ext>
            </a:extLst>
          </p:cNvPr>
          <p:cNvSpPr/>
          <p:nvPr/>
        </p:nvSpPr>
        <p:spPr>
          <a:xfrm rot="5400000">
            <a:off x="6004482" y="-10083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2" name="Полилиния 91">
            <a:extLst>
              <a:ext uri="{FF2B5EF4-FFF2-40B4-BE49-F238E27FC236}">
                <a16:creationId xmlns:a16="http://schemas.microsoft.com/office/drawing/2014/main" id="{F1DE37C8-0D88-BA6E-2744-2734BC48A13C}"/>
              </a:ext>
            </a:extLst>
          </p:cNvPr>
          <p:cNvSpPr/>
          <p:nvPr/>
        </p:nvSpPr>
        <p:spPr>
          <a:xfrm rot="5400000">
            <a:off x="6004482" y="411419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3" name="Полилиния 92">
            <a:extLst>
              <a:ext uri="{FF2B5EF4-FFF2-40B4-BE49-F238E27FC236}">
                <a16:creationId xmlns:a16="http://schemas.microsoft.com/office/drawing/2014/main" id="{466958FC-4774-E8EC-C0F7-A0896F690415}"/>
              </a:ext>
            </a:extLst>
          </p:cNvPr>
          <p:cNvSpPr/>
          <p:nvPr/>
        </p:nvSpPr>
        <p:spPr>
          <a:xfrm>
            <a:off x="6776336" y="200681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14 h 740695"/>
              <a:gd name="connsiteX2" fmla="*/ 1484809 w 1484930"/>
              <a:gd name="connsiteY2" fmla="*/ 379984 h 740695"/>
              <a:gd name="connsiteX3" fmla="*/ 1137297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3 h 740695"/>
              <a:gd name="connsiteX6" fmla="*/ 742093 w 1484930"/>
              <a:gd name="connsiteY6" fmla="*/ 495180 h 740695"/>
              <a:gd name="connsiteX7" fmla="*/ 585496 w 1484930"/>
              <a:gd name="connsiteY7" fmla="*/ 646613 h 740695"/>
              <a:gd name="connsiteX8" fmla="*/ 377642 w 1484930"/>
              <a:gd name="connsiteY8" fmla="*/ 740511 h 740695"/>
              <a:gd name="connsiteX9" fmla="*/ 370827 w 1484930"/>
              <a:gd name="connsiteY9" fmla="*/ 740634 h 740695"/>
              <a:gd name="connsiteX10" fmla="*/ 121 w 1484930"/>
              <a:gd name="connsiteY10" fmla="*/ 382329 h 740695"/>
              <a:gd name="connsiteX11" fmla="*/ 0 w 1484930"/>
              <a:gd name="connsiteY11" fmla="*/ 372761 h 740695"/>
              <a:gd name="connsiteX12" fmla="*/ 370766 w 1484930"/>
              <a:gd name="connsiteY12" fmla="*/ 381 h 740695"/>
              <a:gd name="connsiteX13" fmla="*/ 377566 w 1484930"/>
              <a:gd name="connsiteY13" fmla="*/ 505 h 740695"/>
              <a:gd name="connsiteX14" fmla="*/ 585876 w 1484930"/>
              <a:gd name="connsiteY14" fmla="*/ 97859 h 740695"/>
              <a:gd name="connsiteX15" fmla="*/ 742837 w 1484930"/>
              <a:gd name="connsiteY15" fmla="*/ 248182 h 740695"/>
              <a:gd name="connsiteX16" fmla="*/ 899495 w 1484930"/>
              <a:gd name="connsiteY16" fmla="*/ 96748 h 740695"/>
              <a:gd name="connsiteX17" fmla="*/ 1114104 w 1484930"/>
              <a:gd name="connsiteY17" fmla="*/ 0 h 740695"/>
              <a:gd name="connsiteX18" fmla="*/ 382894 w 1484930"/>
              <a:gd name="connsiteY18" fmla="*/ 180830 h 740695"/>
              <a:gd name="connsiteX19" fmla="*/ 196729 w 1484930"/>
              <a:gd name="connsiteY19" fmla="*/ 372823 h 740695"/>
              <a:gd name="connsiteX20" fmla="*/ 196729 w 1484930"/>
              <a:gd name="connsiteY20" fmla="*/ 377761 h 740695"/>
              <a:gd name="connsiteX21" fmla="*/ 382894 w 1484930"/>
              <a:gd name="connsiteY21" fmla="*/ 564753 h 740695"/>
              <a:gd name="connsiteX22" fmla="*/ 387280 w 1484930"/>
              <a:gd name="connsiteY22" fmla="*/ 564631 h 740695"/>
              <a:gd name="connsiteX23" fmla="*/ 469472 w 1484930"/>
              <a:gd name="connsiteY23" fmla="*/ 534998 h 740695"/>
              <a:gd name="connsiteX24" fmla="*/ 554517 w 1484930"/>
              <a:gd name="connsiteY24" fmla="*/ 464436 h 740695"/>
              <a:gd name="connsiteX25" fmla="*/ 635282 w 1484930"/>
              <a:gd name="connsiteY25" fmla="*/ 372823 h 740695"/>
              <a:gd name="connsiteX26" fmla="*/ 620195 w 1484930"/>
              <a:gd name="connsiteY26" fmla="*/ 353870 h 740695"/>
              <a:gd name="connsiteX27" fmla="*/ 555018 w 1484930"/>
              <a:gd name="connsiteY27" fmla="*/ 281641 h 740695"/>
              <a:gd name="connsiteX28" fmla="*/ 469790 w 1484930"/>
              <a:gd name="connsiteY28" fmla="*/ 210771 h 740695"/>
              <a:gd name="connsiteX29" fmla="*/ 387341 w 1484930"/>
              <a:gd name="connsiteY29" fmla="*/ 180953 h 740695"/>
              <a:gd name="connsiteX30" fmla="*/ 382894 w 1484930"/>
              <a:gd name="connsiteY30" fmla="*/ 180830 h 740695"/>
              <a:gd name="connsiteX31" fmla="*/ 1102052 w 1484930"/>
              <a:gd name="connsiteY31" fmla="*/ 178607 h 740695"/>
              <a:gd name="connsiteX32" fmla="*/ 1015398 w 1484930"/>
              <a:gd name="connsiteY32" fmla="*/ 208424 h 740695"/>
              <a:gd name="connsiteX33" fmla="*/ 930292 w 1484930"/>
              <a:gd name="connsiteY33" fmla="*/ 279049 h 740695"/>
              <a:gd name="connsiteX34" fmla="*/ 865115 w 1484930"/>
              <a:gd name="connsiteY34" fmla="*/ 351215 h 740695"/>
              <a:gd name="connsiteX35" fmla="*/ 849648 w 1484930"/>
              <a:gd name="connsiteY35" fmla="*/ 370601 h 740695"/>
              <a:gd name="connsiteX36" fmla="*/ 930231 w 1484930"/>
              <a:gd name="connsiteY36" fmla="*/ 462029 h 740695"/>
              <a:gd name="connsiteX37" fmla="*/ 1015337 w 1484930"/>
              <a:gd name="connsiteY37" fmla="*/ 532714 h 740695"/>
              <a:gd name="connsiteX38" fmla="*/ 1102052 w 1484930"/>
              <a:gd name="connsiteY38" fmla="*/ 562532 h 740695"/>
              <a:gd name="connsiteX39" fmla="*/ 1106985 w 1484930"/>
              <a:gd name="connsiteY39" fmla="*/ 562532 h 740695"/>
              <a:gd name="connsiteX40" fmla="*/ 1288141 w 1484930"/>
              <a:gd name="connsiteY40" fmla="*/ 370539 h 740695"/>
              <a:gd name="connsiteX41" fmla="*/ 1106985 w 1484930"/>
              <a:gd name="connsiteY41" fmla="*/ 178607 h 740695"/>
              <a:gd name="connsiteX42" fmla="*/ 1102052 w 1484930"/>
              <a:gd name="connsiteY42" fmla="*/ 178607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8" y="0"/>
                  <a:pt x="1484930" y="165890"/>
                  <a:pt x="1484930" y="370414"/>
                </a:cubicBezTo>
                <a:lnTo>
                  <a:pt x="1484809" y="379984"/>
                </a:lnTo>
                <a:cubicBezTo>
                  <a:pt x="1479921" y="572347"/>
                  <a:pt x="1328090" y="728966"/>
                  <a:pt x="1137297" y="740696"/>
                </a:cubicBezTo>
                <a:lnTo>
                  <a:pt x="1114104" y="740696"/>
                </a:lnTo>
                <a:cubicBezTo>
                  <a:pt x="1041808" y="740696"/>
                  <a:pt x="965673" y="697667"/>
                  <a:pt x="899070" y="645563"/>
                </a:cubicBezTo>
                <a:cubicBezTo>
                  <a:pt x="839934" y="599325"/>
                  <a:pt x="784957" y="543271"/>
                  <a:pt x="742093" y="495180"/>
                </a:cubicBezTo>
                <a:cubicBezTo>
                  <a:pt x="699244" y="543333"/>
                  <a:pt x="644435" y="599881"/>
                  <a:pt x="585496" y="646613"/>
                </a:cubicBezTo>
                <a:cubicBezTo>
                  <a:pt x="521185" y="697605"/>
                  <a:pt x="447888" y="737857"/>
                  <a:pt x="377642" y="740511"/>
                </a:cubicBezTo>
                <a:lnTo>
                  <a:pt x="370827" y="740634"/>
                </a:lnTo>
                <a:cubicBezTo>
                  <a:pt x="169150" y="740634"/>
                  <a:pt x="5191" y="582348"/>
                  <a:pt x="121" y="382329"/>
                </a:cubicBezTo>
                <a:lnTo>
                  <a:pt x="0" y="372761"/>
                </a:lnTo>
                <a:cubicBezTo>
                  <a:pt x="0" y="168422"/>
                  <a:pt x="165871" y="381"/>
                  <a:pt x="370766" y="381"/>
                </a:cubicBezTo>
                <a:lnTo>
                  <a:pt x="377566" y="505"/>
                </a:lnTo>
                <a:cubicBezTo>
                  <a:pt x="447827" y="3098"/>
                  <a:pt x="521306" y="47361"/>
                  <a:pt x="585876" y="97859"/>
                </a:cubicBezTo>
                <a:cubicBezTo>
                  <a:pt x="644996" y="144098"/>
                  <a:pt x="699912" y="200152"/>
                  <a:pt x="742837" y="248182"/>
                </a:cubicBezTo>
                <a:cubicBezTo>
                  <a:pt x="785701" y="200029"/>
                  <a:pt x="840495" y="143480"/>
                  <a:pt x="899495" y="96748"/>
                </a:cubicBezTo>
                <a:cubicBezTo>
                  <a:pt x="965855" y="44027"/>
                  <a:pt x="1041808" y="0"/>
                  <a:pt x="1114104" y="0"/>
                </a:cubicBezTo>
                <a:close/>
                <a:moveTo>
                  <a:pt x="382894" y="180830"/>
                </a:moveTo>
                <a:cubicBezTo>
                  <a:pt x="276705" y="180830"/>
                  <a:pt x="196729" y="266764"/>
                  <a:pt x="196729" y="372823"/>
                </a:cubicBezTo>
                <a:lnTo>
                  <a:pt x="196729" y="377761"/>
                </a:lnTo>
                <a:cubicBezTo>
                  <a:pt x="199461" y="481475"/>
                  <a:pt x="278313" y="564753"/>
                  <a:pt x="382894" y="564753"/>
                </a:cubicBezTo>
                <a:lnTo>
                  <a:pt x="387280" y="564631"/>
                </a:lnTo>
                <a:cubicBezTo>
                  <a:pt x="409486" y="563396"/>
                  <a:pt x="441589" y="552901"/>
                  <a:pt x="469472" y="534998"/>
                </a:cubicBezTo>
                <a:cubicBezTo>
                  <a:pt x="498857" y="516169"/>
                  <a:pt x="528167" y="490611"/>
                  <a:pt x="554517" y="464436"/>
                </a:cubicBezTo>
                <a:cubicBezTo>
                  <a:pt x="590885" y="428261"/>
                  <a:pt x="620437" y="391836"/>
                  <a:pt x="635282" y="372823"/>
                </a:cubicBezTo>
                <a:cubicBezTo>
                  <a:pt x="631275" y="367637"/>
                  <a:pt x="626190" y="361216"/>
                  <a:pt x="620195" y="353870"/>
                </a:cubicBezTo>
                <a:cubicBezTo>
                  <a:pt x="603999" y="334116"/>
                  <a:pt x="581292" y="307817"/>
                  <a:pt x="555018" y="281641"/>
                </a:cubicBezTo>
                <a:cubicBezTo>
                  <a:pt x="528668" y="255344"/>
                  <a:pt x="499283" y="229723"/>
                  <a:pt x="469790" y="210771"/>
                </a:cubicBezTo>
                <a:cubicBezTo>
                  <a:pt x="441771" y="192745"/>
                  <a:pt x="409608" y="182188"/>
                  <a:pt x="387341" y="180953"/>
                </a:cubicBezTo>
                <a:lnTo>
                  <a:pt x="382894" y="180830"/>
                </a:lnTo>
                <a:close/>
                <a:moveTo>
                  <a:pt x="1102052" y="178607"/>
                </a:moveTo>
                <a:cubicBezTo>
                  <a:pt x="1078859" y="178607"/>
                  <a:pt x="1045208" y="189287"/>
                  <a:pt x="1015398" y="208424"/>
                </a:cubicBezTo>
                <a:cubicBezTo>
                  <a:pt x="985951" y="227316"/>
                  <a:pt x="956642" y="252874"/>
                  <a:pt x="930292" y="279049"/>
                </a:cubicBezTo>
                <a:cubicBezTo>
                  <a:pt x="904078" y="305163"/>
                  <a:pt x="881310" y="331399"/>
                  <a:pt x="865115" y="351215"/>
                </a:cubicBezTo>
                <a:cubicBezTo>
                  <a:pt x="858922" y="358747"/>
                  <a:pt x="853731" y="365290"/>
                  <a:pt x="849648" y="370601"/>
                </a:cubicBezTo>
                <a:cubicBezTo>
                  <a:pt x="864432" y="389614"/>
                  <a:pt x="893924" y="425914"/>
                  <a:pt x="930231" y="462029"/>
                </a:cubicBezTo>
                <a:cubicBezTo>
                  <a:pt x="956581" y="488266"/>
                  <a:pt x="985891" y="513824"/>
                  <a:pt x="1015337" y="532714"/>
                </a:cubicBezTo>
                <a:cubicBezTo>
                  <a:pt x="1045208" y="551852"/>
                  <a:pt x="1078920" y="562532"/>
                  <a:pt x="1102052" y="562532"/>
                </a:cubicBezTo>
                <a:lnTo>
                  <a:pt x="1106985" y="562532"/>
                </a:lnTo>
                <a:cubicBezTo>
                  <a:pt x="1210897" y="559816"/>
                  <a:pt x="1288141" y="474931"/>
                  <a:pt x="1288141" y="370539"/>
                </a:cubicBezTo>
                <a:cubicBezTo>
                  <a:pt x="1288141" y="266146"/>
                  <a:pt x="1210897" y="181200"/>
                  <a:pt x="1106985" y="178607"/>
                </a:cubicBezTo>
                <a:lnTo>
                  <a:pt x="1102052" y="178607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4" name="Полилиния 93">
            <a:extLst>
              <a:ext uri="{FF2B5EF4-FFF2-40B4-BE49-F238E27FC236}">
                <a16:creationId xmlns:a16="http://schemas.microsoft.com/office/drawing/2014/main" id="{95F12D87-7644-4120-27D9-8E2D439AA575}"/>
              </a:ext>
            </a:extLst>
          </p:cNvPr>
          <p:cNvSpPr/>
          <p:nvPr/>
        </p:nvSpPr>
        <p:spPr>
          <a:xfrm>
            <a:off x="8488959" y="191094"/>
            <a:ext cx="744825" cy="760073"/>
          </a:xfrm>
          <a:custGeom>
            <a:avLst/>
            <a:gdLst>
              <a:gd name="connsiteX0" fmla="*/ 371085 w 744825"/>
              <a:gd name="connsiteY0" fmla="*/ 674184 h 760073"/>
              <a:gd name="connsiteX1" fmla="*/ 744825 w 744825"/>
              <a:gd name="connsiteY1" fmla="*/ 417522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59 w 744825"/>
              <a:gd name="connsiteY4" fmla="*/ 759985 h 760073"/>
              <a:gd name="connsiteX5" fmla="*/ 0 w 744825"/>
              <a:gd name="connsiteY5" fmla="*/ 759985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4"/>
                </a:moveTo>
                <a:cubicBezTo>
                  <a:pt x="423951" y="524922"/>
                  <a:pt x="571304" y="417522"/>
                  <a:pt x="744825" y="417522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59" y="760044"/>
                  <a:pt x="351959" y="760015"/>
                  <a:pt x="351959" y="759985"/>
                </a:cubicBezTo>
                <a:lnTo>
                  <a:pt x="0" y="759985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5" name="Полилиния 94">
            <a:extLst>
              <a:ext uri="{FF2B5EF4-FFF2-40B4-BE49-F238E27FC236}">
                <a16:creationId xmlns:a16="http://schemas.microsoft.com/office/drawing/2014/main" id="{3B27C2D5-F33C-E1BE-B7FA-1BD5683C3D4B}"/>
              </a:ext>
            </a:extLst>
          </p:cNvPr>
          <p:cNvSpPr/>
          <p:nvPr/>
        </p:nvSpPr>
        <p:spPr>
          <a:xfrm>
            <a:off x="9491804" y="191094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6 w 563036"/>
              <a:gd name="connsiteY1" fmla="*/ 0 h 759999"/>
              <a:gd name="connsiteX2" fmla="*/ 563036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6" y="0"/>
                </a:lnTo>
                <a:lnTo>
                  <a:pt x="563036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6" name="Полилиния 95">
            <a:extLst>
              <a:ext uri="{FF2B5EF4-FFF2-40B4-BE49-F238E27FC236}">
                <a16:creationId xmlns:a16="http://schemas.microsoft.com/office/drawing/2014/main" id="{9DBB85E0-FA9F-861F-806D-645A96764FC8}"/>
              </a:ext>
            </a:extLst>
          </p:cNvPr>
          <p:cNvSpPr/>
          <p:nvPr/>
        </p:nvSpPr>
        <p:spPr>
          <a:xfrm>
            <a:off x="10312871" y="191094"/>
            <a:ext cx="742198" cy="759999"/>
          </a:xfrm>
          <a:custGeom>
            <a:avLst/>
            <a:gdLst>
              <a:gd name="connsiteX0" fmla="*/ 742199 w 742198"/>
              <a:gd name="connsiteY0" fmla="*/ 760000 h 759999"/>
              <a:gd name="connsiteX1" fmla="*/ 0 w 742198"/>
              <a:gd name="connsiteY1" fmla="*/ 760000 h 759999"/>
              <a:gd name="connsiteX2" fmla="*/ 0 w 742198"/>
              <a:gd name="connsiteY2" fmla="*/ 0 h 759999"/>
              <a:gd name="connsiteX3" fmla="*/ 371099 w 742198"/>
              <a:gd name="connsiteY3" fmla="*/ 380014 h 759999"/>
              <a:gd name="connsiteX4" fmla="*/ 742199 w 742198"/>
              <a:gd name="connsiteY4" fmla="*/ 0 h 759999"/>
              <a:gd name="connsiteX5" fmla="*/ 742199 w 742198"/>
              <a:gd name="connsiteY5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8" h="759999">
                <a:moveTo>
                  <a:pt x="742199" y="760000"/>
                </a:moveTo>
                <a:lnTo>
                  <a:pt x="0" y="760000"/>
                </a:lnTo>
                <a:lnTo>
                  <a:pt x="0" y="0"/>
                </a:lnTo>
                <a:lnTo>
                  <a:pt x="371099" y="380014"/>
                </a:lnTo>
                <a:lnTo>
                  <a:pt x="742199" y="0"/>
                </a:lnTo>
                <a:lnTo>
                  <a:pt x="742199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7" name="Полилиния 96">
            <a:extLst>
              <a:ext uri="{FF2B5EF4-FFF2-40B4-BE49-F238E27FC236}">
                <a16:creationId xmlns:a16="http://schemas.microsoft.com/office/drawing/2014/main" id="{825E3E94-9C73-F32D-1A33-71C7B82141CA}"/>
              </a:ext>
            </a:extLst>
          </p:cNvPr>
          <p:cNvSpPr/>
          <p:nvPr/>
        </p:nvSpPr>
        <p:spPr>
          <a:xfrm>
            <a:off x="11282756" y="184702"/>
            <a:ext cx="761373" cy="766364"/>
          </a:xfrm>
          <a:custGeom>
            <a:avLst/>
            <a:gdLst>
              <a:gd name="connsiteX0" fmla="*/ 399916 w 761373"/>
              <a:gd name="connsiteY0" fmla="*/ 75099 h 766364"/>
              <a:gd name="connsiteX1" fmla="*/ 700208 w 761373"/>
              <a:gd name="connsiteY1" fmla="*/ 75099 h 766364"/>
              <a:gd name="connsiteX2" fmla="*/ 701422 w 761373"/>
              <a:gd name="connsiteY2" fmla="*/ 436749 h 766364"/>
              <a:gd name="connsiteX3" fmla="*/ 380669 w 761373"/>
              <a:gd name="connsiteY3" fmla="*/ 766364 h 766364"/>
              <a:gd name="connsiteX4" fmla="*/ 59963 w 761373"/>
              <a:gd name="connsiteY4" fmla="*/ 436763 h 766364"/>
              <a:gd name="connsiteX5" fmla="*/ 61177 w 761373"/>
              <a:gd name="connsiteY5" fmla="*/ 75099 h 766364"/>
              <a:gd name="connsiteX6" fmla="*/ 361468 w 761373"/>
              <a:gd name="connsiteY6" fmla="*/ 75099 h 766364"/>
              <a:gd name="connsiteX7" fmla="*/ 380684 w 761373"/>
              <a:gd name="connsiteY7" fmla="*/ 98340 h 766364"/>
              <a:gd name="connsiteX8" fmla="*/ 399916 w 761373"/>
              <a:gd name="connsiteY8" fmla="*/ 75099 h 766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64">
                <a:moveTo>
                  <a:pt x="399916" y="75099"/>
                </a:moveTo>
                <a:cubicBezTo>
                  <a:pt x="482684" y="-25019"/>
                  <a:pt x="617394" y="-25019"/>
                  <a:pt x="700208" y="75099"/>
                </a:cubicBezTo>
                <a:cubicBezTo>
                  <a:pt x="781291" y="173186"/>
                  <a:pt x="781823" y="328663"/>
                  <a:pt x="701422" y="436749"/>
                </a:cubicBezTo>
                <a:cubicBezTo>
                  <a:pt x="621037" y="544837"/>
                  <a:pt x="380669" y="766364"/>
                  <a:pt x="380669" y="766364"/>
                </a:cubicBezTo>
                <a:cubicBezTo>
                  <a:pt x="380669" y="766364"/>
                  <a:pt x="140364" y="544864"/>
                  <a:pt x="59963" y="436763"/>
                </a:cubicBezTo>
                <a:cubicBezTo>
                  <a:pt x="-20453" y="328663"/>
                  <a:pt x="-19922" y="173185"/>
                  <a:pt x="61177" y="75099"/>
                </a:cubicBezTo>
                <a:cubicBezTo>
                  <a:pt x="143961" y="-25033"/>
                  <a:pt x="278685" y="-25033"/>
                  <a:pt x="361468" y="75099"/>
                </a:cubicBezTo>
                <a:lnTo>
                  <a:pt x="380684" y="98340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8" name="Полилиния 97">
            <a:extLst>
              <a:ext uri="{FF2B5EF4-FFF2-40B4-BE49-F238E27FC236}">
                <a16:creationId xmlns:a16="http://schemas.microsoft.com/office/drawing/2014/main" id="{D4C63487-A954-171E-A1DF-7FC9378D4BA3}"/>
              </a:ext>
            </a:extLst>
          </p:cNvPr>
          <p:cNvSpPr/>
          <p:nvPr/>
        </p:nvSpPr>
        <p:spPr>
          <a:xfrm>
            <a:off x="161640" y="3045375"/>
            <a:ext cx="744829" cy="760073"/>
          </a:xfrm>
          <a:custGeom>
            <a:avLst/>
            <a:gdLst>
              <a:gd name="connsiteX0" fmla="*/ 371088 w 744829"/>
              <a:gd name="connsiteY0" fmla="*/ 674184 h 760073"/>
              <a:gd name="connsiteX1" fmla="*/ 744830 w 744829"/>
              <a:gd name="connsiteY1" fmla="*/ 417528 h 760073"/>
              <a:gd name="connsiteX2" fmla="*/ 744830 w 744829"/>
              <a:gd name="connsiteY2" fmla="*/ 760074 h 760073"/>
              <a:gd name="connsiteX3" fmla="*/ 351952 w 744829"/>
              <a:gd name="connsiteY3" fmla="*/ 760074 h 760073"/>
              <a:gd name="connsiteX4" fmla="*/ 351967 w 744829"/>
              <a:gd name="connsiteY4" fmla="*/ 759983 h 760073"/>
              <a:gd name="connsiteX5" fmla="*/ 0 w 744829"/>
              <a:gd name="connsiteY5" fmla="*/ 759983 h 760073"/>
              <a:gd name="connsiteX6" fmla="*/ 0 w 744829"/>
              <a:gd name="connsiteY6" fmla="*/ 0 h 760073"/>
              <a:gd name="connsiteX7" fmla="*/ 371088 w 744829"/>
              <a:gd name="connsiteY7" fmla="*/ 0 h 760073"/>
              <a:gd name="connsiteX8" fmla="*/ 371088 w 744829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9" h="760073">
                <a:moveTo>
                  <a:pt x="371088" y="674184"/>
                </a:moveTo>
                <a:cubicBezTo>
                  <a:pt x="423959" y="524917"/>
                  <a:pt x="571310" y="417528"/>
                  <a:pt x="744830" y="417528"/>
                </a:cubicBezTo>
                <a:lnTo>
                  <a:pt x="744830" y="760074"/>
                </a:lnTo>
                <a:lnTo>
                  <a:pt x="351952" y="760074"/>
                </a:lnTo>
                <a:cubicBezTo>
                  <a:pt x="351955" y="760044"/>
                  <a:pt x="351964" y="760013"/>
                  <a:pt x="351967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8" y="0"/>
                </a:lnTo>
                <a:lnTo>
                  <a:pt x="371088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9" name="Полилиния 98">
            <a:extLst>
              <a:ext uri="{FF2B5EF4-FFF2-40B4-BE49-F238E27FC236}">
                <a16:creationId xmlns:a16="http://schemas.microsoft.com/office/drawing/2014/main" id="{3AF4F198-EE7B-9978-1094-36B3E1AE1B98}"/>
              </a:ext>
            </a:extLst>
          </p:cNvPr>
          <p:cNvSpPr/>
          <p:nvPr/>
        </p:nvSpPr>
        <p:spPr>
          <a:xfrm>
            <a:off x="1164489" y="3045375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0" name="Полилиния 99">
            <a:extLst>
              <a:ext uri="{FF2B5EF4-FFF2-40B4-BE49-F238E27FC236}">
                <a16:creationId xmlns:a16="http://schemas.microsoft.com/office/drawing/2014/main" id="{2F7F99CC-BE1B-F20B-F1BA-F4742D3E9FD3}"/>
              </a:ext>
            </a:extLst>
          </p:cNvPr>
          <p:cNvSpPr/>
          <p:nvPr/>
        </p:nvSpPr>
        <p:spPr>
          <a:xfrm>
            <a:off x="1985553" y="3045375"/>
            <a:ext cx="742199" cy="759998"/>
          </a:xfrm>
          <a:custGeom>
            <a:avLst/>
            <a:gdLst>
              <a:gd name="connsiteX0" fmla="*/ 742199 w 742199"/>
              <a:gd name="connsiteY0" fmla="*/ 759998 h 759998"/>
              <a:gd name="connsiteX1" fmla="*/ 0 w 742199"/>
              <a:gd name="connsiteY1" fmla="*/ 759998 h 759998"/>
              <a:gd name="connsiteX2" fmla="*/ 0 w 742199"/>
              <a:gd name="connsiteY2" fmla="*/ 0 h 759998"/>
              <a:gd name="connsiteX3" fmla="*/ 371100 w 742199"/>
              <a:gd name="connsiteY3" fmla="*/ 380014 h 759998"/>
              <a:gd name="connsiteX4" fmla="*/ 742199 w 742199"/>
              <a:gd name="connsiteY4" fmla="*/ 0 h 759998"/>
              <a:gd name="connsiteX5" fmla="*/ 742199 w 742199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9" h="759998">
                <a:moveTo>
                  <a:pt x="742199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100" y="380014"/>
                </a:lnTo>
                <a:lnTo>
                  <a:pt x="742199" y="0"/>
                </a:lnTo>
                <a:lnTo>
                  <a:pt x="742199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1" name="Полилиния 100">
            <a:extLst>
              <a:ext uri="{FF2B5EF4-FFF2-40B4-BE49-F238E27FC236}">
                <a16:creationId xmlns:a16="http://schemas.microsoft.com/office/drawing/2014/main" id="{4680C881-CFD7-E9B7-5DCB-45D53E231DBD}"/>
              </a:ext>
            </a:extLst>
          </p:cNvPr>
          <p:cNvSpPr/>
          <p:nvPr/>
        </p:nvSpPr>
        <p:spPr>
          <a:xfrm>
            <a:off x="2955438" y="3038985"/>
            <a:ext cx="761373" cy="766357"/>
          </a:xfrm>
          <a:custGeom>
            <a:avLst/>
            <a:gdLst>
              <a:gd name="connsiteX0" fmla="*/ 399916 w 761373"/>
              <a:gd name="connsiteY0" fmla="*/ 75099 h 766357"/>
              <a:gd name="connsiteX1" fmla="*/ 700208 w 761373"/>
              <a:gd name="connsiteY1" fmla="*/ 75099 h 766357"/>
              <a:gd name="connsiteX2" fmla="*/ 701422 w 761373"/>
              <a:gd name="connsiteY2" fmla="*/ 436751 h 766357"/>
              <a:gd name="connsiteX3" fmla="*/ 380670 w 761373"/>
              <a:gd name="connsiteY3" fmla="*/ 766358 h 766357"/>
              <a:gd name="connsiteX4" fmla="*/ 59963 w 761373"/>
              <a:gd name="connsiteY4" fmla="*/ 436766 h 766357"/>
              <a:gd name="connsiteX5" fmla="*/ 61177 w 761373"/>
              <a:gd name="connsiteY5" fmla="*/ 75099 h 766357"/>
              <a:gd name="connsiteX6" fmla="*/ 361469 w 761373"/>
              <a:gd name="connsiteY6" fmla="*/ 75099 h 766357"/>
              <a:gd name="connsiteX7" fmla="*/ 380685 w 761373"/>
              <a:gd name="connsiteY7" fmla="*/ 98341 h 766357"/>
              <a:gd name="connsiteX8" fmla="*/ 399916 w 761373"/>
              <a:gd name="connsiteY8" fmla="*/ 75099 h 76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57">
                <a:moveTo>
                  <a:pt x="399916" y="75099"/>
                </a:moveTo>
                <a:cubicBezTo>
                  <a:pt x="482685" y="-25018"/>
                  <a:pt x="617394" y="-25018"/>
                  <a:pt x="700208" y="75099"/>
                </a:cubicBezTo>
                <a:cubicBezTo>
                  <a:pt x="781292" y="173186"/>
                  <a:pt x="781823" y="328664"/>
                  <a:pt x="701422" y="436751"/>
                </a:cubicBezTo>
                <a:cubicBezTo>
                  <a:pt x="621037" y="544837"/>
                  <a:pt x="380670" y="766358"/>
                  <a:pt x="380670" y="766358"/>
                </a:cubicBezTo>
                <a:cubicBezTo>
                  <a:pt x="380670" y="766358"/>
                  <a:pt x="140363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9" y="75099"/>
                </a:cubicBezTo>
                <a:lnTo>
                  <a:pt x="380685" y="98341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2" name="Полилиния 101">
            <a:extLst>
              <a:ext uri="{FF2B5EF4-FFF2-40B4-BE49-F238E27FC236}">
                <a16:creationId xmlns:a16="http://schemas.microsoft.com/office/drawing/2014/main" id="{571ADE2E-B330-5E7F-2260-E4DC86B305C5}"/>
              </a:ext>
            </a:extLst>
          </p:cNvPr>
          <p:cNvSpPr/>
          <p:nvPr/>
        </p:nvSpPr>
        <p:spPr>
          <a:xfrm>
            <a:off x="3929300" y="3051768"/>
            <a:ext cx="717534" cy="740817"/>
          </a:xfrm>
          <a:custGeom>
            <a:avLst/>
            <a:gdLst>
              <a:gd name="connsiteX0" fmla="*/ 717534 w 717534"/>
              <a:gd name="connsiteY0" fmla="*/ 370409 h 740817"/>
              <a:gd name="connsiteX1" fmla="*/ 327887 w 717534"/>
              <a:gd name="connsiteY1" fmla="*/ 740817 h 740817"/>
              <a:gd name="connsiteX2" fmla="*/ 327887 w 717534"/>
              <a:gd name="connsiteY2" fmla="*/ 554431 h 740817"/>
              <a:gd name="connsiteX3" fmla="*/ 0 w 717534"/>
              <a:gd name="connsiteY3" fmla="*/ 554431 h 740817"/>
              <a:gd name="connsiteX4" fmla="*/ 0 w 717534"/>
              <a:gd name="connsiteY4" fmla="*/ 185280 h 740817"/>
              <a:gd name="connsiteX5" fmla="*/ 327887 w 717534"/>
              <a:gd name="connsiteY5" fmla="*/ 185280 h 740817"/>
              <a:gd name="connsiteX6" fmla="*/ 327887 w 717534"/>
              <a:gd name="connsiteY6" fmla="*/ 0 h 740817"/>
              <a:gd name="connsiteX7" fmla="*/ 717534 w 717534"/>
              <a:gd name="connsiteY7" fmla="*/ 370409 h 740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17">
                <a:moveTo>
                  <a:pt x="717534" y="370409"/>
                </a:moveTo>
                <a:lnTo>
                  <a:pt x="327887" y="740817"/>
                </a:lnTo>
                <a:lnTo>
                  <a:pt x="327887" y="554431"/>
                </a:lnTo>
                <a:lnTo>
                  <a:pt x="0" y="554431"/>
                </a:lnTo>
                <a:lnTo>
                  <a:pt x="0" y="185280"/>
                </a:lnTo>
                <a:lnTo>
                  <a:pt x="327887" y="185280"/>
                </a:lnTo>
                <a:lnTo>
                  <a:pt x="327887" y="0"/>
                </a:lnTo>
                <a:lnTo>
                  <a:pt x="717534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3" name="Полилиния 102">
            <a:extLst>
              <a:ext uri="{FF2B5EF4-FFF2-40B4-BE49-F238E27FC236}">
                <a16:creationId xmlns:a16="http://schemas.microsoft.com/office/drawing/2014/main" id="{A3723D96-E1B0-B7AF-A3FF-3CE6C1AA8793}"/>
              </a:ext>
            </a:extLst>
          </p:cNvPr>
          <p:cNvSpPr/>
          <p:nvPr/>
        </p:nvSpPr>
        <p:spPr>
          <a:xfrm>
            <a:off x="4813798" y="3043481"/>
            <a:ext cx="765058" cy="763664"/>
          </a:xfrm>
          <a:custGeom>
            <a:avLst/>
            <a:gdLst>
              <a:gd name="connsiteX0" fmla="*/ 382529 w 765058"/>
              <a:gd name="connsiteY0" fmla="*/ 0 h 763664"/>
              <a:gd name="connsiteX1" fmla="*/ 765058 w 765058"/>
              <a:gd name="connsiteY1" fmla="*/ 381832 h 763664"/>
              <a:gd name="connsiteX2" fmla="*/ 382529 w 765058"/>
              <a:gd name="connsiteY2" fmla="*/ 763665 h 763664"/>
              <a:gd name="connsiteX3" fmla="*/ 0 w 765058"/>
              <a:gd name="connsiteY3" fmla="*/ 381832 h 763664"/>
              <a:gd name="connsiteX4" fmla="*/ 382529 w 765058"/>
              <a:gd name="connsiteY4" fmla="*/ 0 h 763664"/>
              <a:gd name="connsiteX5" fmla="*/ 542663 w 765058"/>
              <a:gd name="connsiteY5" fmla="*/ 442709 h 763664"/>
              <a:gd name="connsiteX6" fmla="*/ 538170 w 765058"/>
              <a:gd name="connsiteY6" fmla="*/ 453026 h 763664"/>
              <a:gd name="connsiteX7" fmla="*/ 515083 w 765058"/>
              <a:gd name="connsiteY7" fmla="*/ 487176 h 763664"/>
              <a:gd name="connsiteX8" fmla="*/ 386339 w 765058"/>
              <a:gd name="connsiteY8" fmla="*/ 538674 h 763664"/>
              <a:gd name="connsiteX9" fmla="*/ 252495 w 765058"/>
              <a:gd name="connsiteY9" fmla="*/ 489585 h 763664"/>
              <a:gd name="connsiteX10" fmla="*/ 222623 w 765058"/>
              <a:gd name="connsiteY10" fmla="*/ 456420 h 763664"/>
              <a:gd name="connsiteX11" fmla="*/ 216036 w 765058"/>
              <a:gd name="connsiteY11" fmla="*/ 446330 h 763664"/>
              <a:gd name="connsiteX12" fmla="*/ 214776 w 765058"/>
              <a:gd name="connsiteY12" fmla="*/ 444133 h 763664"/>
              <a:gd name="connsiteX13" fmla="*/ 214715 w 765058"/>
              <a:gd name="connsiteY13" fmla="*/ 443981 h 763664"/>
              <a:gd name="connsiteX14" fmla="*/ 214746 w 765058"/>
              <a:gd name="connsiteY14" fmla="*/ 444102 h 763664"/>
              <a:gd name="connsiteX15" fmla="*/ 214791 w 765058"/>
              <a:gd name="connsiteY15" fmla="*/ 444178 h 763664"/>
              <a:gd name="connsiteX16" fmla="*/ 214807 w 765058"/>
              <a:gd name="connsiteY16" fmla="*/ 444193 h 763664"/>
              <a:gd name="connsiteX17" fmla="*/ 209980 w 765058"/>
              <a:gd name="connsiteY17" fmla="*/ 447193 h 763664"/>
              <a:gd name="connsiteX18" fmla="*/ 142147 w 765058"/>
              <a:gd name="connsiteY18" fmla="*/ 488464 h 763664"/>
              <a:gd name="connsiteX19" fmla="*/ 137320 w 765058"/>
              <a:gd name="connsiteY19" fmla="*/ 491449 h 763664"/>
              <a:gd name="connsiteX20" fmla="*/ 137335 w 765058"/>
              <a:gd name="connsiteY20" fmla="*/ 491509 h 763664"/>
              <a:gd name="connsiteX21" fmla="*/ 137396 w 765058"/>
              <a:gd name="connsiteY21" fmla="*/ 491600 h 763664"/>
              <a:gd name="connsiteX22" fmla="*/ 137517 w 765058"/>
              <a:gd name="connsiteY22" fmla="*/ 491843 h 763664"/>
              <a:gd name="connsiteX23" fmla="*/ 137836 w 765058"/>
              <a:gd name="connsiteY23" fmla="*/ 492479 h 763664"/>
              <a:gd name="connsiteX24" fmla="*/ 138777 w 765058"/>
              <a:gd name="connsiteY24" fmla="*/ 494221 h 763664"/>
              <a:gd name="connsiteX25" fmla="*/ 141813 w 765058"/>
              <a:gd name="connsiteY25" fmla="*/ 499600 h 763664"/>
              <a:gd name="connsiteX26" fmla="*/ 152893 w 765058"/>
              <a:gd name="connsiteY26" fmla="*/ 516630 h 763664"/>
              <a:gd name="connsiteX27" fmla="*/ 197032 w 765058"/>
              <a:gd name="connsiteY27" fmla="*/ 565764 h 763664"/>
              <a:gd name="connsiteX28" fmla="*/ 386339 w 765058"/>
              <a:gd name="connsiteY28" fmla="*/ 636367 h 763664"/>
              <a:gd name="connsiteX29" fmla="*/ 577983 w 765058"/>
              <a:gd name="connsiteY29" fmla="*/ 555931 h 763664"/>
              <a:gd name="connsiteX30" fmla="*/ 616081 w 765058"/>
              <a:gd name="connsiteY30" fmla="*/ 499434 h 763664"/>
              <a:gd name="connsiteX31" fmla="*/ 624535 w 765058"/>
              <a:gd name="connsiteY31" fmla="*/ 479858 h 763664"/>
              <a:gd name="connsiteX32" fmla="*/ 626721 w 765058"/>
              <a:gd name="connsiteY32" fmla="*/ 473632 h 763664"/>
              <a:gd name="connsiteX33" fmla="*/ 627374 w 765058"/>
              <a:gd name="connsiteY33" fmla="*/ 471571 h 763664"/>
              <a:gd name="connsiteX34" fmla="*/ 627601 w 765058"/>
              <a:gd name="connsiteY34" fmla="*/ 470813 h 763664"/>
              <a:gd name="connsiteX35" fmla="*/ 627693 w 765058"/>
              <a:gd name="connsiteY35" fmla="*/ 470526 h 763664"/>
              <a:gd name="connsiteX36" fmla="*/ 627708 w 765058"/>
              <a:gd name="connsiteY36" fmla="*/ 470389 h 763664"/>
              <a:gd name="connsiteX37" fmla="*/ 627738 w 765058"/>
              <a:gd name="connsiteY37" fmla="*/ 470329 h 763664"/>
              <a:gd name="connsiteX38" fmla="*/ 622471 w 765058"/>
              <a:gd name="connsiteY38" fmla="*/ 468465 h 763664"/>
              <a:gd name="connsiteX39" fmla="*/ 548582 w 765058"/>
              <a:gd name="connsiteY39" fmla="*/ 442769 h 763664"/>
              <a:gd name="connsiteX40" fmla="*/ 543315 w 765058"/>
              <a:gd name="connsiteY40" fmla="*/ 440906 h 763664"/>
              <a:gd name="connsiteX41" fmla="*/ 543330 w 765058"/>
              <a:gd name="connsiteY41" fmla="*/ 440845 h 763664"/>
              <a:gd name="connsiteX42" fmla="*/ 543361 w 765058"/>
              <a:gd name="connsiteY42" fmla="*/ 440754 h 763664"/>
              <a:gd name="connsiteX43" fmla="*/ 543406 w 765058"/>
              <a:gd name="connsiteY43" fmla="*/ 440587 h 763664"/>
              <a:gd name="connsiteX44" fmla="*/ 542663 w 765058"/>
              <a:gd name="connsiteY44" fmla="*/ 442709 h 763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64">
                <a:moveTo>
                  <a:pt x="382529" y="0"/>
                </a:moveTo>
                <a:cubicBezTo>
                  <a:pt x="593799" y="0"/>
                  <a:pt x="765058" y="170962"/>
                  <a:pt x="765058" y="381832"/>
                </a:cubicBezTo>
                <a:cubicBezTo>
                  <a:pt x="765058" y="592717"/>
                  <a:pt x="593799" y="763665"/>
                  <a:pt x="382529" y="763665"/>
                </a:cubicBezTo>
                <a:cubicBezTo>
                  <a:pt x="171274" y="763665"/>
                  <a:pt x="0" y="592717"/>
                  <a:pt x="0" y="381832"/>
                </a:cubicBezTo>
                <a:cubicBezTo>
                  <a:pt x="0" y="170962"/>
                  <a:pt x="171274" y="0"/>
                  <a:pt x="382529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26"/>
                </a:cubicBezTo>
                <a:cubicBezTo>
                  <a:pt x="533722" y="462117"/>
                  <a:pt x="526361" y="474616"/>
                  <a:pt x="515083" y="487176"/>
                </a:cubicBezTo>
                <a:cubicBezTo>
                  <a:pt x="493408" y="511327"/>
                  <a:pt x="454779" y="538674"/>
                  <a:pt x="386339" y="538674"/>
                </a:cubicBezTo>
                <a:cubicBezTo>
                  <a:pt x="322650" y="538674"/>
                  <a:pt x="279634" y="513630"/>
                  <a:pt x="252495" y="489585"/>
                </a:cubicBezTo>
                <a:cubicBezTo>
                  <a:pt x="238712" y="477374"/>
                  <a:pt x="228877" y="465238"/>
                  <a:pt x="222623" y="456420"/>
                </a:cubicBezTo>
                <a:cubicBezTo>
                  <a:pt x="219512" y="452041"/>
                  <a:pt x="217326" y="448527"/>
                  <a:pt x="216036" y="446330"/>
                </a:cubicBezTo>
                <a:cubicBezTo>
                  <a:pt x="215399" y="445254"/>
                  <a:pt x="214989" y="444496"/>
                  <a:pt x="214776" y="444133"/>
                </a:cubicBezTo>
                <a:lnTo>
                  <a:pt x="214715" y="443981"/>
                </a:lnTo>
                <a:cubicBezTo>
                  <a:pt x="214731" y="444012"/>
                  <a:pt x="214731" y="444057"/>
                  <a:pt x="214746" y="444102"/>
                </a:cubicBezTo>
                <a:cubicBezTo>
                  <a:pt x="214761" y="444118"/>
                  <a:pt x="214791" y="444148"/>
                  <a:pt x="214791" y="444178"/>
                </a:cubicBezTo>
                <a:lnTo>
                  <a:pt x="214807" y="444193"/>
                </a:lnTo>
                <a:cubicBezTo>
                  <a:pt x="214822" y="444209"/>
                  <a:pt x="214761" y="444269"/>
                  <a:pt x="209980" y="447193"/>
                </a:cubicBezTo>
                <a:lnTo>
                  <a:pt x="142147" y="488464"/>
                </a:lnTo>
                <a:cubicBezTo>
                  <a:pt x="137730" y="491161"/>
                  <a:pt x="137351" y="491419"/>
                  <a:pt x="137320" y="491449"/>
                </a:cubicBezTo>
                <a:cubicBezTo>
                  <a:pt x="137320" y="491449"/>
                  <a:pt x="137320" y="491479"/>
                  <a:pt x="137335" y="491509"/>
                </a:cubicBezTo>
                <a:cubicBezTo>
                  <a:pt x="137351" y="491540"/>
                  <a:pt x="137381" y="491570"/>
                  <a:pt x="137396" y="491600"/>
                </a:cubicBezTo>
                <a:cubicBezTo>
                  <a:pt x="137426" y="491676"/>
                  <a:pt x="137472" y="491752"/>
                  <a:pt x="137517" y="491843"/>
                </a:cubicBezTo>
                <a:cubicBezTo>
                  <a:pt x="137609" y="492025"/>
                  <a:pt x="137715" y="492237"/>
                  <a:pt x="137836" y="492479"/>
                </a:cubicBezTo>
                <a:cubicBezTo>
                  <a:pt x="138079" y="492949"/>
                  <a:pt x="138398" y="493540"/>
                  <a:pt x="138777" y="494221"/>
                </a:cubicBezTo>
                <a:cubicBezTo>
                  <a:pt x="139521" y="495615"/>
                  <a:pt x="140523" y="497418"/>
                  <a:pt x="141813" y="499600"/>
                </a:cubicBezTo>
                <a:cubicBezTo>
                  <a:pt x="144378" y="503948"/>
                  <a:pt x="148051" y="509797"/>
                  <a:pt x="152893" y="516630"/>
                </a:cubicBezTo>
                <a:cubicBezTo>
                  <a:pt x="162562" y="530250"/>
                  <a:pt x="177058" y="548053"/>
                  <a:pt x="197032" y="565764"/>
                </a:cubicBezTo>
                <a:cubicBezTo>
                  <a:pt x="237407" y="601550"/>
                  <a:pt x="299518" y="636367"/>
                  <a:pt x="386339" y="636367"/>
                </a:cubicBezTo>
                <a:cubicBezTo>
                  <a:pt x="479474" y="636367"/>
                  <a:pt x="540462" y="597748"/>
                  <a:pt x="577983" y="555931"/>
                </a:cubicBezTo>
                <a:cubicBezTo>
                  <a:pt x="596304" y="535538"/>
                  <a:pt x="608431" y="515069"/>
                  <a:pt x="616081" y="499434"/>
                </a:cubicBezTo>
                <a:cubicBezTo>
                  <a:pt x="619921" y="491585"/>
                  <a:pt x="622669" y="484873"/>
                  <a:pt x="624535" y="479858"/>
                </a:cubicBezTo>
                <a:cubicBezTo>
                  <a:pt x="625477" y="477343"/>
                  <a:pt x="626190" y="475253"/>
                  <a:pt x="626721" y="473632"/>
                </a:cubicBezTo>
                <a:cubicBezTo>
                  <a:pt x="626979" y="472828"/>
                  <a:pt x="627207" y="472132"/>
                  <a:pt x="627374" y="471571"/>
                </a:cubicBezTo>
                <a:cubicBezTo>
                  <a:pt x="627465" y="471298"/>
                  <a:pt x="627526" y="471041"/>
                  <a:pt x="627601" y="470813"/>
                </a:cubicBezTo>
                <a:cubicBezTo>
                  <a:pt x="627632" y="470707"/>
                  <a:pt x="627662" y="470616"/>
                  <a:pt x="627693" y="470526"/>
                </a:cubicBezTo>
                <a:cubicBezTo>
                  <a:pt x="627693" y="470480"/>
                  <a:pt x="627708" y="470435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2" y="442769"/>
                </a:lnTo>
                <a:cubicBezTo>
                  <a:pt x="543649" y="441042"/>
                  <a:pt x="543330" y="440921"/>
                  <a:pt x="543315" y="440906"/>
                </a:cubicBezTo>
                <a:cubicBezTo>
                  <a:pt x="543315" y="440890"/>
                  <a:pt x="543330" y="440860"/>
                  <a:pt x="543330" y="440845"/>
                </a:cubicBezTo>
                <a:cubicBezTo>
                  <a:pt x="543330" y="440815"/>
                  <a:pt x="543346" y="440784"/>
                  <a:pt x="543361" y="440754"/>
                </a:cubicBezTo>
                <a:cubicBezTo>
                  <a:pt x="543376" y="440693"/>
                  <a:pt x="543391" y="440633"/>
                  <a:pt x="543406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4" name="Полилиния 103">
            <a:extLst>
              <a:ext uri="{FF2B5EF4-FFF2-40B4-BE49-F238E27FC236}">
                <a16:creationId xmlns:a16="http://schemas.microsoft.com/office/drawing/2014/main" id="{FD8ED623-4C3E-27CB-A41D-63FFF39D5DE9}"/>
              </a:ext>
            </a:extLst>
          </p:cNvPr>
          <p:cNvSpPr/>
          <p:nvPr/>
        </p:nvSpPr>
        <p:spPr>
          <a:xfrm rot="5400000">
            <a:off x="6004512" y="284419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5" name="Полилиния 104">
            <a:extLst>
              <a:ext uri="{FF2B5EF4-FFF2-40B4-BE49-F238E27FC236}">
                <a16:creationId xmlns:a16="http://schemas.microsoft.com/office/drawing/2014/main" id="{3FE12D79-F4BE-D88E-5BCC-3034C4E9E67E}"/>
              </a:ext>
            </a:extLst>
          </p:cNvPr>
          <p:cNvSpPr/>
          <p:nvPr/>
        </p:nvSpPr>
        <p:spPr>
          <a:xfrm rot="5400000">
            <a:off x="6004512" y="3265709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6" name="Полилиния 105">
            <a:extLst>
              <a:ext uri="{FF2B5EF4-FFF2-40B4-BE49-F238E27FC236}">
                <a16:creationId xmlns:a16="http://schemas.microsoft.com/office/drawing/2014/main" id="{F3CF86CB-D43E-C767-AEAA-48F52137445C}"/>
              </a:ext>
            </a:extLst>
          </p:cNvPr>
          <p:cNvSpPr/>
          <p:nvPr/>
        </p:nvSpPr>
        <p:spPr>
          <a:xfrm>
            <a:off x="6776336" y="3054965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09 h 740695"/>
              <a:gd name="connsiteX2" fmla="*/ 1484809 w 1484930"/>
              <a:gd name="connsiteY2" fmla="*/ 379984 h 740695"/>
              <a:gd name="connsiteX3" fmla="*/ 1137297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4 h 740695"/>
              <a:gd name="connsiteX6" fmla="*/ 742093 w 1484930"/>
              <a:gd name="connsiteY6" fmla="*/ 495176 h 740695"/>
              <a:gd name="connsiteX7" fmla="*/ 585496 w 1484930"/>
              <a:gd name="connsiteY7" fmla="*/ 646609 h 740695"/>
              <a:gd name="connsiteX8" fmla="*/ 377642 w 1484930"/>
              <a:gd name="connsiteY8" fmla="*/ 740514 h 740695"/>
              <a:gd name="connsiteX9" fmla="*/ 370827 w 1484930"/>
              <a:gd name="connsiteY9" fmla="*/ 740635 h 740695"/>
              <a:gd name="connsiteX10" fmla="*/ 121 w 1484930"/>
              <a:gd name="connsiteY10" fmla="*/ 382332 h 740695"/>
              <a:gd name="connsiteX11" fmla="*/ 0 w 1484930"/>
              <a:gd name="connsiteY11" fmla="*/ 372757 h 740695"/>
              <a:gd name="connsiteX12" fmla="*/ 370766 w 1484930"/>
              <a:gd name="connsiteY12" fmla="*/ 379 h 740695"/>
              <a:gd name="connsiteX13" fmla="*/ 377566 w 1484930"/>
              <a:gd name="connsiteY13" fmla="*/ 500 h 740695"/>
              <a:gd name="connsiteX14" fmla="*/ 585876 w 1484930"/>
              <a:gd name="connsiteY14" fmla="*/ 97859 h 740695"/>
              <a:gd name="connsiteX15" fmla="*/ 742837 w 1484930"/>
              <a:gd name="connsiteY15" fmla="*/ 248186 h 740695"/>
              <a:gd name="connsiteX16" fmla="*/ 899495 w 1484930"/>
              <a:gd name="connsiteY16" fmla="*/ 96754 h 740695"/>
              <a:gd name="connsiteX17" fmla="*/ 1114104 w 1484930"/>
              <a:gd name="connsiteY17" fmla="*/ 0 h 740695"/>
              <a:gd name="connsiteX18" fmla="*/ 382894 w 1484930"/>
              <a:gd name="connsiteY18" fmla="*/ 180826 h 740695"/>
              <a:gd name="connsiteX19" fmla="*/ 196729 w 1484930"/>
              <a:gd name="connsiteY19" fmla="*/ 372817 h 740695"/>
              <a:gd name="connsiteX20" fmla="*/ 196729 w 1484930"/>
              <a:gd name="connsiteY20" fmla="*/ 377757 h 740695"/>
              <a:gd name="connsiteX21" fmla="*/ 382894 w 1484930"/>
              <a:gd name="connsiteY21" fmla="*/ 564749 h 740695"/>
              <a:gd name="connsiteX22" fmla="*/ 387280 w 1484930"/>
              <a:gd name="connsiteY22" fmla="*/ 564628 h 740695"/>
              <a:gd name="connsiteX23" fmla="*/ 469472 w 1484930"/>
              <a:gd name="connsiteY23" fmla="*/ 534993 h 740695"/>
              <a:gd name="connsiteX24" fmla="*/ 554517 w 1484930"/>
              <a:gd name="connsiteY24" fmla="*/ 464435 h 740695"/>
              <a:gd name="connsiteX25" fmla="*/ 635282 w 1484930"/>
              <a:gd name="connsiteY25" fmla="*/ 372817 h 740695"/>
              <a:gd name="connsiteX26" fmla="*/ 620195 w 1484930"/>
              <a:gd name="connsiteY26" fmla="*/ 353864 h 740695"/>
              <a:gd name="connsiteX27" fmla="*/ 555018 w 1484930"/>
              <a:gd name="connsiteY27" fmla="*/ 281640 h 740695"/>
              <a:gd name="connsiteX28" fmla="*/ 469790 w 1484930"/>
              <a:gd name="connsiteY28" fmla="*/ 210764 h 740695"/>
              <a:gd name="connsiteX29" fmla="*/ 387341 w 1484930"/>
              <a:gd name="connsiteY29" fmla="*/ 180947 h 740695"/>
              <a:gd name="connsiteX30" fmla="*/ 382894 w 1484930"/>
              <a:gd name="connsiteY30" fmla="*/ 180826 h 740695"/>
              <a:gd name="connsiteX31" fmla="*/ 1102052 w 1484930"/>
              <a:gd name="connsiteY31" fmla="*/ 178614 h 740695"/>
              <a:gd name="connsiteX32" fmla="*/ 1015398 w 1484930"/>
              <a:gd name="connsiteY32" fmla="*/ 208431 h 740695"/>
              <a:gd name="connsiteX33" fmla="*/ 930292 w 1484930"/>
              <a:gd name="connsiteY33" fmla="*/ 279049 h 740695"/>
              <a:gd name="connsiteX34" fmla="*/ 865115 w 1484930"/>
              <a:gd name="connsiteY34" fmla="*/ 351212 h 740695"/>
              <a:gd name="connsiteX35" fmla="*/ 849648 w 1484930"/>
              <a:gd name="connsiteY35" fmla="*/ 370606 h 740695"/>
              <a:gd name="connsiteX36" fmla="*/ 930231 w 1484930"/>
              <a:gd name="connsiteY36" fmla="*/ 462026 h 740695"/>
              <a:gd name="connsiteX37" fmla="*/ 1015337 w 1484930"/>
              <a:gd name="connsiteY37" fmla="*/ 532720 h 740695"/>
              <a:gd name="connsiteX38" fmla="*/ 1102052 w 1484930"/>
              <a:gd name="connsiteY38" fmla="*/ 562537 h 740695"/>
              <a:gd name="connsiteX39" fmla="*/ 1106985 w 1484930"/>
              <a:gd name="connsiteY39" fmla="*/ 562537 h 740695"/>
              <a:gd name="connsiteX40" fmla="*/ 1288141 w 1484930"/>
              <a:gd name="connsiteY40" fmla="*/ 370545 h 740695"/>
              <a:gd name="connsiteX41" fmla="*/ 1106985 w 1484930"/>
              <a:gd name="connsiteY41" fmla="*/ 178614 h 740695"/>
              <a:gd name="connsiteX42" fmla="*/ 1102052 w 1484930"/>
              <a:gd name="connsiteY42" fmla="*/ 178614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8" y="0"/>
                  <a:pt x="1484930" y="165887"/>
                  <a:pt x="1484930" y="370409"/>
                </a:cubicBezTo>
                <a:lnTo>
                  <a:pt x="1484809" y="379984"/>
                </a:lnTo>
                <a:cubicBezTo>
                  <a:pt x="1479921" y="572339"/>
                  <a:pt x="1328090" y="728969"/>
                  <a:pt x="1137297" y="740696"/>
                </a:cubicBezTo>
                <a:lnTo>
                  <a:pt x="1114104" y="740696"/>
                </a:lnTo>
                <a:cubicBezTo>
                  <a:pt x="1041808" y="740696"/>
                  <a:pt x="965673" y="697668"/>
                  <a:pt x="899070" y="645564"/>
                </a:cubicBezTo>
                <a:cubicBezTo>
                  <a:pt x="839934" y="599323"/>
                  <a:pt x="784957" y="543265"/>
                  <a:pt x="742093" y="495176"/>
                </a:cubicBezTo>
                <a:cubicBezTo>
                  <a:pt x="699244" y="543326"/>
                  <a:pt x="644435" y="599884"/>
                  <a:pt x="585496" y="646609"/>
                </a:cubicBezTo>
                <a:cubicBezTo>
                  <a:pt x="521185" y="697607"/>
                  <a:pt x="447888" y="737863"/>
                  <a:pt x="377642" y="740514"/>
                </a:cubicBezTo>
                <a:lnTo>
                  <a:pt x="370827" y="740635"/>
                </a:lnTo>
                <a:cubicBezTo>
                  <a:pt x="169150" y="740635"/>
                  <a:pt x="5191" y="582354"/>
                  <a:pt x="121" y="382332"/>
                </a:cubicBezTo>
                <a:lnTo>
                  <a:pt x="0" y="372757"/>
                </a:lnTo>
                <a:cubicBezTo>
                  <a:pt x="0" y="168417"/>
                  <a:pt x="165871" y="379"/>
                  <a:pt x="370766" y="379"/>
                </a:cubicBezTo>
                <a:lnTo>
                  <a:pt x="377566" y="500"/>
                </a:lnTo>
                <a:cubicBezTo>
                  <a:pt x="447827" y="3091"/>
                  <a:pt x="521306" y="47362"/>
                  <a:pt x="585876" y="97859"/>
                </a:cubicBezTo>
                <a:cubicBezTo>
                  <a:pt x="644996" y="144100"/>
                  <a:pt x="699912" y="200158"/>
                  <a:pt x="742837" y="248186"/>
                </a:cubicBezTo>
                <a:cubicBezTo>
                  <a:pt x="785701" y="200022"/>
                  <a:pt x="840495" y="143479"/>
                  <a:pt x="899495" y="96754"/>
                </a:cubicBezTo>
                <a:cubicBezTo>
                  <a:pt x="965855" y="44029"/>
                  <a:pt x="1041808" y="0"/>
                  <a:pt x="1114104" y="0"/>
                </a:cubicBezTo>
                <a:close/>
                <a:moveTo>
                  <a:pt x="382894" y="180826"/>
                </a:moveTo>
                <a:cubicBezTo>
                  <a:pt x="276705" y="180826"/>
                  <a:pt x="196729" y="266761"/>
                  <a:pt x="196729" y="372817"/>
                </a:cubicBezTo>
                <a:lnTo>
                  <a:pt x="196729" y="377757"/>
                </a:lnTo>
                <a:cubicBezTo>
                  <a:pt x="199461" y="481480"/>
                  <a:pt x="278313" y="564749"/>
                  <a:pt x="382894" y="564749"/>
                </a:cubicBezTo>
                <a:lnTo>
                  <a:pt x="387280" y="564628"/>
                </a:lnTo>
                <a:cubicBezTo>
                  <a:pt x="409486" y="563401"/>
                  <a:pt x="441589" y="552901"/>
                  <a:pt x="469472" y="534993"/>
                </a:cubicBezTo>
                <a:cubicBezTo>
                  <a:pt x="498857" y="516175"/>
                  <a:pt x="528167" y="490616"/>
                  <a:pt x="554517" y="464435"/>
                </a:cubicBezTo>
                <a:cubicBezTo>
                  <a:pt x="590885" y="428255"/>
                  <a:pt x="620437" y="391832"/>
                  <a:pt x="635282" y="372817"/>
                </a:cubicBezTo>
                <a:cubicBezTo>
                  <a:pt x="631275" y="367636"/>
                  <a:pt x="626190" y="361212"/>
                  <a:pt x="620195" y="353864"/>
                </a:cubicBezTo>
                <a:cubicBezTo>
                  <a:pt x="603999" y="334107"/>
                  <a:pt x="581292" y="307820"/>
                  <a:pt x="555018" y="281640"/>
                </a:cubicBezTo>
                <a:cubicBezTo>
                  <a:pt x="528668" y="255338"/>
                  <a:pt x="499283" y="229718"/>
                  <a:pt x="469790" y="210764"/>
                </a:cubicBezTo>
                <a:cubicBezTo>
                  <a:pt x="441771" y="192749"/>
                  <a:pt x="409608" y="182189"/>
                  <a:pt x="387341" y="180947"/>
                </a:cubicBezTo>
                <a:lnTo>
                  <a:pt x="382894" y="180826"/>
                </a:lnTo>
                <a:close/>
                <a:moveTo>
                  <a:pt x="1102052" y="178614"/>
                </a:moveTo>
                <a:cubicBezTo>
                  <a:pt x="1078859" y="178614"/>
                  <a:pt x="1045208" y="189280"/>
                  <a:pt x="1015398" y="208431"/>
                </a:cubicBezTo>
                <a:cubicBezTo>
                  <a:pt x="985951" y="227309"/>
                  <a:pt x="956642" y="252868"/>
                  <a:pt x="930292" y="279049"/>
                </a:cubicBezTo>
                <a:cubicBezTo>
                  <a:pt x="904078" y="305154"/>
                  <a:pt x="881310" y="331395"/>
                  <a:pt x="865115" y="351212"/>
                </a:cubicBezTo>
                <a:cubicBezTo>
                  <a:pt x="858922" y="358743"/>
                  <a:pt x="853731" y="365288"/>
                  <a:pt x="849648" y="370606"/>
                </a:cubicBezTo>
                <a:cubicBezTo>
                  <a:pt x="864432" y="389620"/>
                  <a:pt x="893924" y="425906"/>
                  <a:pt x="930231" y="462026"/>
                </a:cubicBezTo>
                <a:cubicBezTo>
                  <a:pt x="956581" y="488267"/>
                  <a:pt x="985891" y="513827"/>
                  <a:pt x="1015337" y="532720"/>
                </a:cubicBezTo>
                <a:cubicBezTo>
                  <a:pt x="1045208" y="551855"/>
                  <a:pt x="1078920" y="562537"/>
                  <a:pt x="1102052" y="562537"/>
                </a:cubicBezTo>
                <a:lnTo>
                  <a:pt x="1106985" y="562537"/>
                </a:lnTo>
                <a:cubicBezTo>
                  <a:pt x="1210897" y="559810"/>
                  <a:pt x="1288141" y="474934"/>
                  <a:pt x="1288141" y="370545"/>
                </a:cubicBezTo>
                <a:cubicBezTo>
                  <a:pt x="1288141" y="266140"/>
                  <a:pt x="1210897" y="181205"/>
                  <a:pt x="1106985" y="178614"/>
                </a:cubicBezTo>
                <a:lnTo>
                  <a:pt x="1102052" y="17861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7" name="Полилиния 106">
            <a:extLst>
              <a:ext uri="{FF2B5EF4-FFF2-40B4-BE49-F238E27FC236}">
                <a16:creationId xmlns:a16="http://schemas.microsoft.com/office/drawing/2014/main" id="{EA0BDFCD-85C9-9D55-602F-778740B780D7}"/>
              </a:ext>
            </a:extLst>
          </p:cNvPr>
          <p:cNvSpPr/>
          <p:nvPr/>
        </p:nvSpPr>
        <p:spPr>
          <a:xfrm>
            <a:off x="8488959" y="3045375"/>
            <a:ext cx="744825" cy="760073"/>
          </a:xfrm>
          <a:custGeom>
            <a:avLst/>
            <a:gdLst>
              <a:gd name="connsiteX0" fmla="*/ 371085 w 744825"/>
              <a:gd name="connsiteY0" fmla="*/ 674184 h 760073"/>
              <a:gd name="connsiteX1" fmla="*/ 744825 w 744825"/>
              <a:gd name="connsiteY1" fmla="*/ 417528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59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4"/>
                </a:moveTo>
                <a:cubicBezTo>
                  <a:pt x="423951" y="524917"/>
                  <a:pt x="571304" y="417528"/>
                  <a:pt x="744825" y="417528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59" y="760044"/>
                  <a:pt x="351959" y="760013"/>
                  <a:pt x="351959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8" name="Полилиния 107">
            <a:extLst>
              <a:ext uri="{FF2B5EF4-FFF2-40B4-BE49-F238E27FC236}">
                <a16:creationId xmlns:a16="http://schemas.microsoft.com/office/drawing/2014/main" id="{7BEF74FC-812A-AB73-D640-15A8514EDD24}"/>
              </a:ext>
            </a:extLst>
          </p:cNvPr>
          <p:cNvSpPr/>
          <p:nvPr/>
        </p:nvSpPr>
        <p:spPr>
          <a:xfrm>
            <a:off x="9491804" y="3045375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6 w 563036"/>
              <a:gd name="connsiteY1" fmla="*/ 0 h 759999"/>
              <a:gd name="connsiteX2" fmla="*/ 563036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6" y="0"/>
                </a:lnTo>
                <a:lnTo>
                  <a:pt x="563036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9" name="Полилиния 108">
            <a:extLst>
              <a:ext uri="{FF2B5EF4-FFF2-40B4-BE49-F238E27FC236}">
                <a16:creationId xmlns:a16="http://schemas.microsoft.com/office/drawing/2014/main" id="{318C36D8-5010-0A0C-BDD0-7C88FF4051DD}"/>
              </a:ext>
            </a:extLst>
          </p:cNvPr>
          <p:cNvSpPr/>
          <p:nvPr/>
        </p:nvSpPr>
        <p:spPr>
          <a:xfrm>
            <a:off x="10312871" y="3045375"/>
            <a:ext cx="742198" cy="759998"/>
          </a:xfrm>
          <a:custGeom>
            <a:avLst/>
            <a:gdLst>
              <a:gd name="connsiteX0" fmla="*/ 742199 w 742198"/>
              <a:gd name="connsiteY0" fmla="*/ 759998 h 759998"/>
              <a:gd name="connsiteX1" fmla="*/ 0 w 742198"/>
              <a:gd name="connsiteY1" fmla="*/ 759998 h 759998"/>
              <a:gd name="connsiteX2" fmla="*/ 0 w 742198"/>
              <a:gd name="connsiteY2" fmla="*/ 0 h 759998"/>
              <a:gd name="connsiteX3" fmla="*/ 371099 w 742198"/>
              <a:gd name="connsiteY3" fmla="*/ 380014 h 759998"/>
              <a:gd name="connsiteX4" fmla="*/ 742199 w 742198"/>
              <a:gd name="connsiteY4" fmla="*/ 0 h 759998"/>
              <a:gd name="connsiteX5" fmla="*/ 742199 w 742198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8" h="759998">
                <a:moveTo>
                  <a:pt x="742199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099" y="380014"/>
                </a:lnTo>
                <a:lnTo>
                  <a:pt x="742199" y="0"/>
                </a:lnTo>
                <a:lnTo>
                  <a:pt x="742199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0" name="Полилиния 109">
            <a:extLst>
              <a:ext uri="{FF2B5EF4-FFF2-40B4-BE49-F238E27FC236}">
                <a16:creationId xmlns:a16="http://schemas.microsoft.com/office/drawing/2014/main" id="{10C59C1A-E495-8F38-8250-50DDFA024D17}"/>
              </a:ext>
            </a:extLst>
          </p:cNvPr>
          <p:cNvSpPr/>
          <p:nvPr/>
        </p:nvSpPr>
        <p:spPr>
          <a:xfrm>
            <a:off x="11282756" y="3038985"/>
            <a:ext cx="761373" cy="766357"/>
          </a:xfrm>
          <a:custGeom>
            <a:avLst/>
            <a:gdLst>
              <a:gd name="connsiteX0" fmla="*/ 399916 w 761373"/>
              <a:gd name="connsiteY0" fmla="*/ 75099 h 766357"/>
              <a:gd name="connsiteX1" fmla="*/ 700208 w 761373"/>
              <a:gd name="connsiteY1" fmla="*/ 75099 h 766357"/>
              <a:gd name="connsiteX2" fmla="*/ 701422 w 761373"/>
              <a:gd name="connsiteY2" fmla="*/ 436751 h 766357"/>
              <a:gd name="connsiteX3" fmla="*/ 380669 w 761373"/>
              <a:gd name="connsiteY3" fmla="*/ 766358 h 766357"/>
              <a:gd name="connsiteX4" fmla="*/ 59963 w 761373"/>
              <a:gd name="connsiteY4" fmla="*/ 436766 h 766357"/>
              <a:gd name="connsiteX5" fmla="*/ 61177 w 761373"/>
              <a:gd name="connsiteY5" fmla="*/ 75099 h 766357"/>
              <a:gd name="connsiteX6" fmla="*/ 361468 w 761373"/>
              <a:gd name="connsiteY6" fmla="*/ 75099 h 766357"/>
              <a:gd name="connsiteX7" fmla="*/ 380684 w 761373"/>
              <a:gd name="connsiteY7" fmla="*/ 98341 h 766357"/>
              <a:gd name="connsiteX8" fmla="*/ 399916 w 761373"/>
              <a:gd name="connsiteY8" fmla="*/ 75099 h 76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57">
                <a:moveTo>
                  <a:pt x="399916" y="75099"/>
                </a:moveTo>
                <a:cubicBezTo>
                  <a:pt x="482684" y="-25018"/>
                  <a:pt x="617394" y="-25018"/>
                  <a:pt x="700208" y="75099"/>
                </a:cubicBezTo>
                <a:cubicBezTo>
                  <a:pt x="781291" y="173186"/>
                  <a:pt x="781823" y="328664"/>
                  <a:pt x="701422" y="436751"/>
                </a:cubicBezTo>
                <a:cubicBezTo>
                  <a:pt x="621037" y="544837"/>
                  <a:pt x="380669" y="766358"/>
                  <a:pt x="380669" y="766358"/>
                </a:cubicBezTo>
                <a:cubicBezTo>
                  <a:pt x="380669" y="766358"/>
                  <a:pt x="140364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8" y="75099"/>
                </a:cubicBezTo>
                <a:lnTo>
                  <a:pt x="380684" y="98341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1" name="Полилиния 110">
            <a:extLst>
              <a:ext uri="{FF2B5EF4-FFF2-40B4-BE49-F238E27FC236}">
                <a16:creationId xmlns:a16="http://schemas.microsoft.com/office/drawing/2014/main" id="{09E30D1C-0AEC-6C9B-EC5F-7E90D59F4923}"/>
              </a:ext>
            </a:extLst>
          </p:cNvPr>
          <p:cNvSpPr/>
          <p:nvPr/>
        </p:nvSpPr>
        <p:spPr>
          <a:xfrm>
            <a:off x="6665047" y="2093945"/>
            <a:ext cx="744825" cy="760073"/>
          </a:xfrm>
          <a:custGeom>
            <a:avLst/>
            <a:gdLst>
              <a:gd name="connsiteX0" fmla="*/ 371085 w 744825"/>
              <a:gd name="connsiteY0" fmla="*/ 674184 h 760073"/>
              <a:gd name="connsiteX1" fmla="*/ 744826 w 744825"/>
              <a:gd name="connsiteY1" fmla="*/ 417528 h 760073"/>
              <a:gd name="connsiteX2" fmla="*/ 744826 w 744825"/>
              <a:gd name="connsiteY2" fmla="*/ 760074 h 760073"/>
              <a:gd name="connsiteX3" fmla="*/ 351945 w 744825"/>
              <a:gd name="connsiteY3" fmla="*/ 760074 h 760073"/>
              <a:gd name="connsiteX4" fmla="*/ 351960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4"/>
                </a:moveTo>
                <a:cubicBezTo>
                  <a:pt x="423951" y="524932"/>
                  <a:pt x="571305" y="417528"/>
                  <a:pt x="744826" y="417528"/>
                </a:cubicBezTo>
                <a:lnTo>
                  <a:pt x="744826" y="760074"/>
                </a:lnTo>
                <a:lnTo>
                  <a:pt x="351945" y="760074"/>
                </a:lnTo>
                <a:cubicBezTo>
                  <a:pt x="351960" y="760044"/>
                  <a:pt x="351960" y="760013"/>
                  <a:pt x="351960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4"/>
                </a:lnTo>
                <a:close/>
              </a:path>
            </a:pathLst>
          </a:custGeom>
          <a:solidFill>
            <a:srgbClr val="FFF654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2" name="Полилиния 111">
            <a:extLst>
              <a:ext uri="{FF2B5EF4-FFF2-40B4-BE49-F238E27FC236}">
                <a16:creationId xmlns:a16="http://schemas.microsoft.com/office/drawing/2014/main" id="{5AC07237-9C16-9969-2573-84ACE9A61641}"/>
              </a:ext>
            </a:extLst>
          </p:cNvPr>
          <p:cNvSpPr/>
          <p:nvPr/>
        </p:nvSpPr>
        <p:spPr>
          <a:xfrm>
            <a:off x="7667892" y="2093945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1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1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3" name="Полилиния 112">
            <a:extLst>
              <a:ext uri="{FF2B5EF4-FFF2-40B4-BE49-F238E27FC236}">
                <a16:creationId xmlns:a16="http://schemas.microsoft.com/office/drawing/2014/main" id="{747436CF-F1BD-A808-4360-40B643A9BF1E}"/>
              </a:ext>
            </a:extLst>
          </p:cNvPr>
          <p:cNvSpPr/>
          <p:nvPr/>
        </p:nvSpPr>
        <p:spPr>
          <a:xfrm>
            <a:off x="8488959" y="2093945"/>
            <a:ext cx="742198" cy="759998"/>
          </a:xfrm>
          <a:custGeom>
            <a:avLst/>
            <a:gdLst>
              <a:gd name="connsiteX0" fmla="*/ 742199 w 742198"/>
              <a:gd name="connsiteY0" fmla="*/ 759998 h 759998"/>
              <a:gd name="connsiteX1" fmla="*/ 0 w 742198"/>
              <a:gd name="connsiteY1" fmla="*/ 759998 h 759998"/>
              <a:gd name="connsiteX2" fmla="*/ 0 w 742198"/>
              <a:gd name="connsiteY2" fmla="*/ 0 h 759998"/>
              <a:gd name="connsiteX3" fmla="*/ 371099 w 742198"/>
              <a:gd name="connsiteY3" fmla="*/ 380014 h 759998"/>
              <a:gd name="connsiteX4" fmla="*/ 742199 w 742198"/>
              <a:gd name="connsiteY4" fmla="*/ 0 h 759998"/>
              <a:gd name="connsiteX5" fmla="*/ 742199 w 742198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8" h="759998">
                <a:moveTo>
                  <a:pt x="742199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099" y="380014"/>
                </a:lnTo>
                <a:lnTo>
                  <a:pt x="742199" y="0"/>
                </a:lnTo>
                <a:lnTo>
                  <a:pt x="742199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4" name="Полилиния 113">
            <a:extLst>
              <a:ext uri="{FF2B5EF4-FFF2-40B4-BE49-F238E27FC236}">
                <a16:creationId xmlns:a16="http://schemas.microsoft.com/office/drawing/2014/main" id="{0435984A-7622-22C1-A326-3DFD85D968E7}"/>
              </a:ext>
            </a:extLst>
          </p:cNvPr>
          <p:cNvSpPr/>
          <p:nvPr/>
        </p:nvSpPr>
        <p:spPr>
          <a:xfrm>
            <a:off x="9458844" y="2087555"/>
            <a:ext cx="761373" cy="766372"/>
          </a:xfrm>
          <a:custGeom>
            <a:avLst/>
            <a:gdLst>
              <a:gd name="connsiteX0" fmla="*/ 399901 w 761373"/>
              <a:gd name="connsiteY0" fmla="*/ 75099 h 766372"/>
              <a:gd name="connsiteX1" fmla="*/ 700208 w 761373"/>
              <a:gd name="connsiteY1" fmla="*/ 75099 h 766372"/>
              <a:gd name="connsiteX2" fmla="*/ 701422 w 761373"/>
              <a:gd name="connsiteY2" fmla="*/ 436751 h 766372"/>
              <a:gd name="connsiteX3" fmla="*/ 380669 w 761373"/>
              <a:gd name="connsiteY3" fmla="*/ 766373 h 766372"/>
              <a:gd name="connsiteX4" fmla="*/ 59963 w 761373"/>
              <a:gd name="connsiteY4" fmla="*/ 436766 h 766372"/>
              <a:gd name="connsiteX5" fmla="*/ 61177 w 761373"/>
              <a:gd name="connsiteY5" fmla="*/ 75099 h 766372"/>
              <a:gd name="connsiteX6" fmla="*/ 361468 w 761373"/>
              <a:gd name="connsiteY6" fmla="*/ 75099 h 766372"/>
              <a:gd name="connsiteX7" fmla="*/ 380684 w 761373"/>
              <a:gd name="connsiteY7" fmla="*/ 98341 h 766372"/>
              <a:gd name="connsiteX8" fmla="*/ 399901 w 761373"/>
              <a:gd name="connsiteY8" fmla="*/ 75099 h 766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72">
                <a:moveTo>
                  <a:pt x="399901" y="75099"/>
                </a:moveTo>
                <a:cubicBezTo>
                  <a:pt x="482684" y="-25018"/>
                  <a:pt x="617394" y="-25018"/>
                  <a:pt x="700208" y="75099"/>
                </a:cubicBezTo>
                <a:cubicBezTo>
                  <a:pt x="781291" y="173186"/>
                  <a:pt x="781823" y="328664"/>
                  <a:pt x="701422" y="436751"/>
                </a:cubicBezTo>
                <a:cubicBezTo>
                  <a:pt x="621037" y="544837"/>
                  <a:pt x="380669" y="766373"/>
                  <a:pt x="380669" y="766373"/>
                </a:cubicBezTo>
                <a:cubicBezTo>
                  <a:pt x="380669" y="766373"/>
                  <a:pt x="140364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8" y="75099"/>
                </a:cubicBezTo>
                <a:lnTo>
                  <a:pt x="380684" y="98341"/>
                </a:lnTo>
                <a:lnTo>
                  <a:pt x="399901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5" name="Полилиния 114">
            <a:extLst>
              <a:ext uri="{FF2B5EF4-FFF2-40B4-BE49-F238E27FC236}">
                <a16:creationId xmlns:a16="http://schemas.microsoft.com/office/drawing/2014/main" id="{41F6A0FC-79A7-6A6E-6BA8-0978D78FDD72}"/>
              </a:ext>
            </a:extLst>
          </p:cNvPr>
          <p:cNvSpPr/>
          <p:nvPr/>
        </p:nvSpPr>
        <p:spPr>
          <a:xfrm>
            <a:off x="10432690" y="2100339"/>
            <a:ext cx="717549" cy="740832"/>
          </a:xfrm>
          <a:custGeom>
            <a:avLst/>
            <a:gdLst>
              <a:gd name="connsiteX0" fmla="*/ 717549 w 717549"/>
              <a:gd name="connsiteY0" fmla="*/ 370409 h 740832"/>
              <a:gd name="connsiteX1" fmla="*/ 327901 w 717549"/>
              <a:gd name="connsiteY1" fmla="*/ 740832 h 740832"/>
              <a:gd name="connsiteX2" fmla="*/ 327901 w 717549"/>
              <a:gd name="connsiteY2" fmla="*/ 554431 h 740832"/>
              <a:gd name="connsiteX3" fmla="*/ 0 w 717549"/>
              <a:gd name="connsiteY3" fmla="*/ 554431 h 740832"/>
              <a:gd name="connsiteX4" fmla="*/ 0 w 717549"/>
              <a:gd name="connsiteY4" fmla="*/ 185295 h 740832"/>
              <a:gd name="connsiteX5" fmla="*/ 327901 w 717549"/>
              <a:gd name="connsiteY5" fmla="*/ 185295 h 740832"/>
              <a:gd name="connsiteX6" fmla="*/ 327901 w 717549"/>
              <a:gd name="connsiteY6" fmla="*/ 0 h 740832"/>
              <a:gd name="connsiteX7" fmla="*/ 717549 w 717549"/>
              <a:gd name="connsiteY7" fmla="*/ 37040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49" h="740832">
                <a:moveTo>
                  <a:pt x="717549" y="370409"/>
                </a:moveTo>
                <a:lnTo>
                  <a:pt x="327901" y="740832"/>
                </a:lnTo>
                <a:lnTo>
                  <a:pt x="327901" y="554431"/>
                </a:lnTo>
                <a:lnTo>
                  <a:pt x="0" y="554431"/>
                </a:lnTo>
                <a:lnTo>
                  <a:pt x="0" y="185295"/>
                </a:lnTo>
                <a:lnTo>
                  <a:pt x="327901" y="185295"/>
                </a:lnTo>
                <a:lnTo>
                  <a:pt x="327901" y="0"/>
                </a:lnTo>
                <a:lnTo>
                  <a:pt x="717549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6" name="Полилиния 115">
            <a:extLst>
              <a:ext uri="{FF2B5EF4-FFF2-40B4-BE49-F238E27FC236}">
                <a16:creationId xmlns:a16="http://schemas.microsoft.com/office/drawing/2014/main" id="{405F0579-F76B-A619-1970-CDDFE853814B}"/>
              </a:ext>
            </a:extLst>
          </p:cNvPr>
          <p:cNvSpPr/>
          <p:nvPr/>
        </p:nvSpPr>
        <p:spPr>
          <a:xfrm>
            <a:off x="11317203" y="2092051"/>
            <a:ext cx="765058" cy="763679"/>
          </a:xfrm>
          <a:custGeom>
            <a:avLst/>
            <a:gdLst>
              <a:gd name="connsiteX0" fmla="*/ 382530 w 765058"/>
              <a:gd name="connsiteY0" fmla="*/ 0 h 763679"/>
              <a:gd name="connsiteX1" fmla="*/ 765058 w 765058"/>
              <a:gd name="connsiteY1" fmla="*/ 381832 h 763679"/>
              <a:gd name="connsiteX2" fmla="*/ 382530 w 765058"/>
              <a:gd name="connsiteY2" fmla="*/ 763680 h 763679"/>
              <a:gd name="connsiteX3" fmla="*/ 0 w 765058"/>
              <a:gd name="connsiteY3" fmla="*/ 381832 h 763679"/>
              <a:gd name="connsiteX4" fmla="*/ 382530 w 765058"/>
              <a:gd name="connsiteY4" fmla="*/ 0 h 763679"/>
              <a:gd name="connsiteX5" fmla="*/ 542663 w 765058"/>
              <a:gd name="connsiteY5" fmla="*/ 442709 h 763679"/>
              <a:gd name="connsiteX6" fmla="*/ 538170 w 765058"/>
              <a:gd name="connsiteY6" fmla="*/ 453026 h 763679"/>
              <a:gd name="connsiteX7" fmla="*/ 515083 w 765058"/>
              <a:gd name="connsiteY7" fmla="*/ 487192 h 763679"/>
              <a:gd name="connsiteX8" fmla="*/ 386339 w 765058"/>
              <a:gd name="connsiteY8" fmla="*/ 538674 h 763679"/>
              <a:gd name="connsiteX9" fmla="*/ 252495 w 765058"/>
              <a:gd name="connsiteY9" fmla="*/ 489585 h 763679"/>
              <a:gd name="connsiteX10" fmla="*/ 222623 w 765058"/>
              <a:gd name="connsiteY10" fmla="*/ 456420 h 763679"/>
              <a:gd name="connsiteX11" fmla="*/ 216035 w 765058"/>
              <a:gd name="connsiteY11" fmla="*/ 446330 h 763679"/>
              <a:gd name="connsiteX12" fmla="*/ 214776 w 765058"/>
              <a:gd name="connsiteY12" fmla="*/ 444133 h 763679"/>
              <a:gd name="connsiteX13" fmla="*/ 214701 w 765058"/>
              <a:gd name="connsiteY13" fmla="*/ 443981 h 763679"/>
              <a:gd name="connsiteX14" fmla="*/ 214746 w 765058"/>
              <a:gd name="connsiteY14" fmla="*/ 444103 h 763679"/>
              <a:gd name="connsiteX15" fmla="*/ 214791 w 765058"/>
              <a:gd name="connsiteY15" fmla="*/ 444178 h 763679"/>
              <a:gd name="connsiteX16" fmla="*/ 214806 w 765058"/>
              <a:gd name="connsiteY16" fmla="*/ 444209 h 763679"/>
              <a:gd name="connsiteX17" fmla="*/ 209979 w 765058"/>
              <a:gd name="connsiteY17" fmla="*/ 447193 h 763679"/>
              <a:gd name="connsiteX18" fmla="*/ 142147 w 765058"/>
              <a:gd name="connsiteY18" fmla="*/ 488464 h 763679"/>
              <a:gd name="connsiteX19" fmla="*/ 137320 w 765058"/>
              <a:gd name="connsiteY19" fmla="*/ 491449 h 763679"/>
              <a:gd name="connsiteX20" fmla="*/ 137335 w 765058"/>
              <a:gd name="connsiteY20" fmla="*/ 491510 h 763679"/>
              <a:gd name="connsiteX21" fmla="*/ 137396 w 765058"/>
              <a:gd name="connsiteY21" fmla="*/ 491616 h 763679"/>
              <a:gd name="connsiteX22" fmla="*/ 137517 w 765058"/>
              <a:gd name="connsiteY22" fmla="*/ 491843 h 763679"/>
              <a:gd name="connsiteX23" fmla="*/ 137836 w 765058"/>
              <a:gd name="connsiteY23" fmla="*/ 492479 h 763679"/>
              <a:gd name="connsiteX24" fmla="*/ 138777 w 765058"/>
              <a:gd name="connsiteY24" fmla="*/ 494222 h 763679"/>
              <a:gd name="connsiteX25" fmla="*/ 141813 w 765058"/>
              <a:gd name="connsiteY25" fmla="*/ 499600 h 763679"/>
              <a:gd name="connsiteX26" fmla="*/ 152893 w 765058"/>
              <a:gd name="connsiteY26" fmla="*/ 516630 h 763679"/>
              <a:gd name="connsiteX27" fmla="*/ 197033 w 765058"/>
              <a:gd name="connsiteY27" fmla="*/ 565764 h 763679"/>
              <a:gd name="connsiteX28" fmla="*/ 386339 w 765058"/>
              <a:gd name="connsiteY28" fmla="*/ 636367 h 763679"/>
              <a:gd name="connsiteX29" fmla="*/ 577983 w 765058"/>
              <a:gd name="connsiteY29" fmla="*/ 555946 h 763679"/>
              <a:gd name="connsiteX30" fmla="*/ 616081 w 765058"/>
              <a:gd name="connsiteY30" fmla="*/ 499433 h 763679"/>
              <a:gd name="connsiteX31" fmla="*/ 624535 w 765058"/>
              <a:gd name="connsiteY31" fmla="*/ 479859 h 763679"/>
              <a:gd name="connsiteX32" fmla="*/ 626721 w 765058"/>
              <a:gd name="connsiteY32" fmla="*/ 473632 h 763679"/>
              <a:gd name="connsiteX33" fmla="*/ 627374 w 765058"/>
              <a:gd name="connsiteY33" fmla="*/ 471571 h 763679"/>
              <a:gd name="connsiteX34" fmla="*/ 627602 w 765058"/>
              <a:gd name="connsiteY34" fmla="*/ 470814 h 763679"/>
              <a:gd name="connsiteX35" fmla="*/ 627678 w 765058"/>
              <a:gd name="connsiteY35" fmla="*/ 470526 h 763679"/>
              <a:gd name="connsiteX36" fmla="*/ 627708 w 765058"/>
              <a:gd name="connsiteY36" fmla="*/ 470389 h 763679"/>
              <a:gd name="connsiteX37" fmla="*/ 627738 w 765058"/>
              <a:gd name="connsiteY37" fmla="*/ 470329 h 763679"/>
              <a:gd name="connsiteX38" fmla="*/ 622471 w 765058"/>
              <a:gd name="connsiteY38" fmla="*/ 468465 h 763679"/>
              <a:gd name="connsiteX39" fmla="*/ 548583 w 765058"/>
              <a:gd name="connsiteY39" fmla="*/ 442769 h 763679"/>
              <a:gd name="connsiteX40" fmla="*/ 543315 w 765058"/>
              <a:gd name="connsiteY40" fmla="*/ 440906 h 763679"/>
              <a:gd name="connsiteX41" fmla="*/ 543331 w 765058"/>
              <a:gd name="connsiteY41" fmla="*/ 440845 h 763679"/>
              <a:gd name="connsiteX42" fmla="*/ 543360 w 765058"/>
              <a:gd name="connsiteY42" fmla="*/ 440754 h 763679"/>
              <a:gd name="connsiteX43" fmla="*/ 543407 w 765058"/>
              <a:gd name="connsiteY43" fmla="*/ 440587 h 763679"/>
              <a:gd name="connsiteX44" fmla="*/ 542663 w 765058"/>
              <a:gd name="connsiteY44" fmla="*/ 442709 h 763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79">
                <a:moveTo>
                  <a:pt x="382530" y="0"/>
                </a:moveTo>
                <a:cubicBezTo>
                  <a:pt x="593799" y="0"/>
                  <a:pt x="765058" y="170963"/>
                  <a:pt x="765058" y="381832"/>
                </a:cubicBezTo>
                <a:cubicBezTo>
                  <a:pt x="765058" y="592717"/>
                  <a:pt x="593799" y="763665"/>
                  <a:pt x="382530" y="763680"/>
                </a:cubicBezTo>
                <a:cubicBezTo>
                  <a:pt x="171274" y="763680"/>
                  <a:pt x="0" y="592717"/>
                  <a:pt x="0" y="381832"/>
                </a:cubicBezTo>
                <a:cubicBezTo>
                  <a:pt x="0" y="170963"/>
                  <a:pt x="171260" y="0"/>
                  <a:pt x="382530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26"/>
                </a:cubicBezTo>
                <a:cubicBezTo>
                  <a:pt x="533723" y="462117"/>
                  <a:pt x="526346" y="474616"/>
                  <a:pt x="515083" y="487192"/>
                </a:cubicBezTo>
                <a:cubicBezTo>
                  <a:pt x="493409" y="511327"/>
                  <a:pt x="454779" y="538674"/>
                  <a:pt x="386339" y="538674"/>
                </a:cubicBezTo>
                <a:cubicBezTo>
                  <a:pt x="322650" y="538674"/>
                  <a:pt x="279634" y="513645"/>
                  <a:pt x="252495" y="489585"/>
                </a:cubicBezTo>
                <a:cubicBezTo>
                  <a:pt x="238712" y="477374"/>
                  <a:pt x="228877" y="465238"/>
                  <a:pt x="222623" y="456420"/>
                </a:cubicBezTo>
                <a:cubicBezTo>
                  <a:pt x="219511" y="452042"/>
                  <a:pt x="217326" y="448526"/>
                  <a:pt x="216035" y="446330"/>
                </a:cubicBezTo>
                <a:cubicBezTo>
                  <a:pt x="215398" y="445254"/>
                  <a:pt x="214989" y="444496"/>
                  <a:pt x="214776" y="444133"/>
                </a:cubicBezTo>
                <a:lnTo>
                  <a:pt x="214701" y="443981"/>
                </a:lnTo>
                <a:cubicBezTo>
                  <a:pt x="214715" y="444012"/>
                  <a:pt x="214730" y="444057"/>
                  <a:pt x="214746" y="444103"/>
                </a:cubicBezTo>
                <a:cubicBezTo>
                  <a:pt x="214761" y="444118"/>
                  <a:pt x="214776" y="444148"/>
                  <a:pt x="214791" y="444178"/>
                </a:cubicBezTo>
                <a:lnTo>
                  <a:pt x="214806" y="444209"/>
                </a:lnTo>
                <a:cubicBezTo>
                  <a:pt x="214822" y="444209"/>
                  <a:pt x="214761" y="444269"/>
                  <a:pt x="209979" y="447193"/>
                </a:cubicBezTo>
                <a:lnTo>
                  <a:pt x="142147" y="488464"/>
                </a:lnTo>
                <a:cubicBezTo>
                  <a:pt x="137730" y="491161"/>
                  <a:pt x="137351" y="491419"/>
                  <a:pt x="137320" y="491449"/>
                </a:cubicBezTo>
                <a:cubicBezTo>
                  <a:pt x="137320" y="491449"/>
                  <a:pt x="137320" y="491494"/>
                  <a:pt x="137335" y="491510"/>
                </a:cubicBezTo>
                <a:cubicBezTo>
                  <a:pt x="137351" y="491540"/>
                  <a:pt x="137365" y="491570"/>
                  <a:pt x="137396" y="491616"/>
                </a:cubicBezTo>
                <a:cubicBezTo>
                  <a:pt x="137427" y="491676"/>
                  <a:pt x="137472" y="491752"/>
                  <a:pt x="137517" y="491843"/>
                </a:cubicBezTo>
                <a:cubicBezTo>
                  <a:pt x="137593" y="492025"/>
                  <a:pt x="137715" y="492252"/>
                  <a:pt x="137836" y="492479"/>
                </a:cubicBezTo>
                <a:cubicBezTo>
                  <a:pt x="138079" y="492949"/>
                  <a:pt x="138397" y="493540"/>
                  <a:pt x="138777" y="494222"/>
                </a:cubicBezTo>
                <a:cubicBezTo>
                  <a:pt x="139521" y="495615"/>
                  <a:pt x="140523" y="497418"/>
                  <a:pt x="141813" y="499600"/>
                </a:cubicBezTo>
                <a:cubicBezTo>
                  <a:pt x="144378" y="503948"/>
                  <a:pt x="148052" y="509797"/>
                  <a:pt x="152893" y="516630"/>
                </a:cubicBezTo>
                <a:cubicBezTo>
                  <a:pt x="162562" y="530250"/>
                  <a:pt x="177057" y="548053"/>
                  <a:pt x="197033" y="565764"/>
                </a:cubicBezTo>
                <a:cubicBezTo>
                  <a:pt x="237407" y="601550"/>
                  <a:pt x="299517" y="636367"/>
                  <a:pt x="386339" y="636367"/>
                </a:cubicBezTo>
                <a:cubicBezTo>
                  <a:pt x="479474" y="636367"/>
                  <a:pt x="540447" y="597747"/>
                  <a:pt x="577983" y="555946"/>
                </a:cubicBezTo>
                <a:cubicBezTo>
                  <a:pt x="596304" y="535538"/>
                  <a:pt x="608431" y="515069"/>
                  <a:pt x="616081" y="499433"/>
                </a:cubicBezTo>
                <a:cubicBezTo>
                  <a:pt x="619921" y="491600"/>
                  <a:pt x="622669" y="484873"/>
                  <a:pt x="624535" y="479859"/>
                </a:cubicBezTo>
                <a:cubicBezTo>
                  <a:pt x="625477" y="477344"/>
                  <a:pt x="626190" y="475253"/>
                  <a:pt x="626721" y="473632"/>
                </a:cubicBezTo>
                <a:cubicBezTo>
                  <a:pt x="626979" y="472829"/>
                  <a:pt x="627207" y="472131"/>
                  <a:pt x="627374" y="471571"/>
                </a:cubicBezTo>
                <a:cubicBezTo>
                  <a:pt x="627465" y="471298"/>
                  <a:pt x="627526" y="471041"/>
                  <a:pt x="627602" y="470814"/>
                </a:cubicBezTo>
                <a:cubicBezTo>
                  <a:pt x="627632" y="470723"/>
                  <a:pt x="627662" y="470617"/>
                  <a:pt x="627678" y="470526"/>
                </a:cubicBezTo>
                <a:cubicBezTo>
                  <a:pt x="627693" y="470480"/>
                  <a:pt x="627708" y="470435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3" y="442769"/>
                </a:lnTo>
                <a:cubicBezTo>
                  <a:pt x="543649" y="441042"/>
                  <a:pt x="543331" y="440921"/>
                  <a:pt x="543315" y="440906"/>
                </a:cubicBezTo>
                <a:cubicBezTo>
                  <a:pt x="543315" y="440890"/>
                  <a:pt x="543331" y="440860"/>
                  <a:pt x="543331" y="440845"/>
                </a:cubicBezTo>
                <a:cubicBezTo>
                  <a:pt x="543331" y="440815"/>
                  <a:pt x="543346" y="440784"/>
                  <a:pt x="543360" y="440754"/>
                </a:cubicBezTo>
                <a:cubicBezTo>
                  <a:pt x="543376" y="440693"/>
                  <a:pt x="543391" y="440633"/>
                  <a:pt x="543407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7" name="Полилиния 116">
            <a:extLst>
              <a:ext uri="{FF2B5EF4-FFF2-40B4-BE49-F238E27FC236}">
                <a16:creationId xmlns:a16="http://schemas.microsoft.com/office/drawing/2014/main" id="{C657300E-46BC-CD36-D6DB-4A970BD8FC66}"/>
              </a:ext>
            </a:extLst>
          </p:cNvPr>
          <p:cNvSpPr/>
          <p:nvPr/>
        </p:nvSpPr>
        <p:spPr>
          <a:xfrm>
            <a:off x="161640" y="2093945"/>
            <a:ext cx="742205" cy="759998"/>
          </a:xfrm>
          <a:custGeom>
            <a:avLst/>
            <a:gdLst>
              <a:gd name="connsiteX0" fmla="*/ 742205 w 742205"/>
              <a:gd name="connsiteY0" fmla="*/ 759998 h 759998"/>
              <a:gd name="connsiteX1" fmla="*/ 0 w 742205"/>
              <a:gd name="connsiteY1" fmla="*/ 759998 h 759998"/>
              <a:gd name="connsiteX2" fmla="*/ 0 w 742205"/>
              <a:gd name="connsiteY2" fmla="*/ 0 h 759998"/>
              <a:gd name="connsiteX3" fmla="*/ 371103 w 742205"/>
              <a:gd name="connsiteY3" fmla="*/ 380014 h 759998"/>
              <a:gd name="connsiteX4" fmla="*/ 742205 w 742205"/>
              <a:gd name="connsiteY4" fmla="*/ 0 h 759998"/>
              <a:gd name="connsiteX5" fmla="*/ 742205 w 742205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205" h="759998">
                <a:moveTo>
                  <a:pt x="742205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103" y="380014"/>
                </a:lnTo>
                <a:lnTo>
                  <a:pt x="742205" y="0"/>
                </a:lnTo>
                <a:lnTo>
                  <a:pt x="742205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8" name="Полилиния 117">
            <a:extLst>
              <a:ext uri="{FF2B5EF4-FFF2-40B4-BE49-F238E27FC236}">
                <a16:creationId xmlns:a16="http://schemas.microsoft.com/office/drawing/2014/main" id="{6B3F6E40-18F8-AD7F-0537-CB2DBECA2E89}"/>
              </a:ext>
            </a:extLst>
          </p:cNvPr>
          <p:cNvSpPr/>
          <p:nvPr/>
        </p:nvSpPr>
        <p:spPr>
          <a:xfrm>
            <a:off x="1131524" y="2087555"/>
            <a:ext cx="761376" cy="766372"/>
          </a:xfrm>
          <a:custGeom>
            <a:avLst/>
            <a:gdLst>
              <a:gd name="connsiteX0" fmla="*/ 399910 w 761376"/>
              <a:gd name="connsiteY0" fmla="*/ 75099 h 766372"/>
              <a:gd name="connsiteX1" fmla="*/ 700211 w 761376"/>
              <a:gd name="connsiteY1" fmla="*/ 75099 h 766372"/>
              <a:gd name="connsiteX2" fmla="*/ 701425 w 761376"/>
              <a:gd name="connsiteY2" fmla="*/ 436751 h 766372"/>
              <a:gd name="connsiteX3" fmla="*/ 380671 w 761376"/>
              <a:gd name="connsiteY3" fmla="*/ 766373 h 766372"/>
              <a:gd name="connsiteX4" fmla="*/ 59958 w 761376"/>
              <a:gd name="connsiteY4" fmla="*/ 436766 h 766372"/>
              <a:gd name="connsiteX5" fmla="*/ 61180 w 761376"/>
              <a:gd name="connsiteY5" fmla="*/ 75099 h 766372"/>
              <a:gd name="connsiteX6" fmla="*/ 361465 w 761376"/>
              <a:gd name="connsiteY6" fmla="*/ 75099 h 766372"/>
              <a:gd name="connsiteX7" fmla="*/ 380683 w 761376"/>
              <a:gd name="connsiteY7" fmla="*/ 98341 h 766372"/>
              <a:gd name="connsiteX8" fmla="*/ 399910 w 761376"/>
              <a:gd name="connsiteY8" fmla="*/ 75099 h 766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6" h="766372">
                <a:moveTo>
                  <a:pt x="399910" y="75099"/>
                </a:moveTo>
                <a:cubicBezTo>
                  <a:pt x="482693" y="-25018"/>
                  <a:pt x="617397" y="-25018"/>
                  <a:pt x="700211" y="75099"/>
                </a:cubicBezTo>
                <a:cubicBezTo>
                  <a:pt x="781294" y="173186"/>
                  <a:pt x="781826" y="328664"/>
                  <a:pt x="701425" y="436751"/>
                </a:cubicBezTo>
                <a:cubicBezTo>
                  <a:pt x="621039" y="544837"/>
                  <a:pt x="380671" y="766373"/>
                  <a:pt x="380671" y="766373"/>
                </a:cubicBezTo>
                <a:cubicBezTo>
                  <a:pt x="380671" y="766373"/>
                  <a:pt x="140366" y="544867"/>
                  <a:pt x="59958" y="436766"/>
                </a:cubicBezTo>
                <a:cubicBezTo>
                  <a:pt x="-20451" y="328664"/>
                  <a:pt x="-19924" y="173186"/>
                  <a:pt x="61180" y="75099"/>
                </a:cubicBezTo>
                <a:cubicBezTo>
                  <a:pt x="143963" y="-25033"/>
                  <a:pt x="278682" y="-25033"/>
                  <a:pt x="361465" y="75099"/>
                </a:cubicBezTo>
                <a:lnTo>
                  <a:pt x="380683" y="98341"/>
                </a:lnTo>
                <a:lnTo>
                  <a:pt x="399910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9" name="Полилиния 118">
            <a:extLst>
              <a:ext uri="{FF2B5EF4-FFF2-40B4-BE49-F238E27FC236}">
                <a16:creationId xmlns:a16="http://schemas.microsoft.com/office/drawing/2014/main" id="{D1850A50-14AC-D113-D8E0-F02756DE9181}"/>
              </a:ext>
            </a:extLst>
          </p:cNvPr>
          <p:cNvSpPr/>
          <p:nvPr/>
        </p:nvSpPr>
        <p:spPr>
          <a:xfrm>
            <a:off x="2105388" y="2100339"/>
            <a:ext cx="717534" cy="740832"/>
          </a:xfrm>
          <a:custGeom>
            <a:avLst/>
            <a:gdLst>
              <a:gd name="connsiteX0" fmla="*/ 717534 w 717534"/>
              <a:gd name="connsiteY0" fmla="*/ 370409 h 740832"/>
              <a:gd name="connsiteX1" fmla="*/ 327886 w 717534"/>
              <a:gd name="connsiteY1" fmla="*/ 740832 h 740832"/>
              <a:gd name="connsiteX2" fmla="*/ 327886 w 717534"/>
              <a:gd name="connsiteY2" fmla="*/ 554431 h 740832"/>
              <a:gd name="connsiteX3" fmla="*/ 0 w 717534"/>
              <a:gd name="connsiteY3" fmla="*/ 554431 h 740832"/>
              <a:gd name="connsiteX4" fmla="*/ 0 w 717534"/>
              <a:gd name="connsiteY4" fmla="*/ 185295 h 740832"/>
              <a:gd name="connsiteX5" fmla="*/ 327886 w 717534"/>
              <a:gd name="connsiteY5" fmla="*/ 185295 h 740832"/>
              <a:gd name="connsiteX6" fmla="*/ 327886 w 717534"/>
              <a:gd name="connsiteY6" fmla="*/ 0 h 740832"/>
              <a:gd name="connsiteX7" fmla="*/ 717534 w 717534"/>
              <a:gd name="connsiteY7" fmla="*/ 37040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32">
                <a:moveTo>
                  <a:pt x="717534" y="370409"/>
                </a:moveTo>
                <a:lnTo>
                  <a:pt x="327886" y="740832"/>
                </a:lnTo>
                <a:lnTo>
                  <a:pt x="327886" y="554431"/>
                </a:lnTo>
                <a:lnTo>
                  <a:pt x="0" y="554431"/>
                </a:lnTo>
                <a:lnTo>
                  <a:pt x="0" y="185295"/>
                </a:lnTo>
                <a:lnTo>
                  <a:pt x="327886" y="185295"/>
                </a:lnTo>
                <a:lnTo>
                  <a:pt x="327886" y="0"/>
                </a:lnTo>
                <a:lnTo>
                  <a:pt x="717534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0" name="Полилиния 119">
            <a:extLst>
              <a:ext uri="{FF2B5EF4-FFF2-40B4-BE49-F238E27FC236}">
                <a16:creationId xmlns:a16="http://schemas.microsoft.com/office/drawing/2014/main" id="{B7920DFD-0CA2-27A9-F3B0-0D4A23FF84BC}"/>
              </a:ext>
            </a:extLst>
          </p:cNvPr>
          <p:cNvSpPr/>
          <p:nvPr/>
        </p:nvSpPr>
        <p:spPr>
          <a:xfrm>
            <a:off x="2989886" y="2092051"/>
            <a:ext cx="765058" cy="763679"/>
          </a:xfrm>
          <a:custGeom>
            <a:avLst/>
            <a:gdLst>
              <a:gd name="connsiteX0" fmla="*/ 382529 w 765058"/>
              <a:gd name="connsiteY0" fmla="*/ 0 h 763679"/>
              <a:gd name="connsiteX1" fmla="*/ 765058 w 765058"/>
              <a:gd name="connsiteY1" fmla="*/ 381832 h 763679"/>
              <a:gd name="connsiteX2" fmla="*/ 382529 w 765058"/>
              <a:gd name="connsiteY2" fmla="*/ 763680 h 763679"/>
              <a:gd name="connsiteX3" fmla="*/ 0 w 765058"/>
              <a:gd name="connsiteY3" fmla="*/ 381832 h 763679"/>
              <a:gd name="connsiteX4" fmla="*/ 382529 w 765058"/>
              <a:gd name="connsiteY4" fmla="*/ 0 h 763679"/>
              <a:gd name="connsiteX5" fmla="*/ 542663 w 765058"/>
              <a:gd name="connsiteY5" fmla="*/ 442709 h 763679"/>
              <a:gd name="connsiteX6" fmla="*/ 538170 w 765058"/>
              <a:gd name="connsiteY6" fmla="*/ 453026 h 763679"/>
              <a:gd name="connsiteX7" fmla="*/ 515083 w 765058"/>
              <a:gd name="connsiteY7" fmla="*/ 487192 h 763679"/>
              <a:gd name="connsiteX8" fmla="*/ 386339 w 765058"/>
              <a:gd name="connsiteY8" fmla="*/ 538674 h 763679"/>
              <a:gd name="connsiteX9" fmla="*/ 252495 w 765058"/>
              <a:gd name="connsiteY9" fmla="*/ 489585 h 763679"/>
              <a:gd name="connsiteX10" fmla="*/ 222624 w 765058"/>
              <a:gd name="connsiteY10" fmla="*/ 456420 h 763679"/>
              <a:gd name="connsiteX11" fmla="*/ 216036 w 765058"/>
              <a:gd name="connsiteY11" fmla="*/ 446330 h 763679"/>
              <a:gd name="connsiteX12" fmla="*/ 214776 w 765058"/>
              <a:gd name="connsiteY12" fmla="*/ 444133 h 763679"/>
              <a:gd name="connsiteX13" fmla="*/ 214700 w 765058"/>
              <a:gd name="connsiteY13" fmla="*/ 443981 h 763679"/>
              <a:gd name="connsiteX14" fmla="*/ 214746 w 765058"/>
              <a:gd name="connsiteY14" fmla="*/ 444103 h 763679"/>
              <a:gd name="connsiteX15" fmla="*/ 214791 w 765058"/>
              <a:gd name="connsiteY15" fmla="*/ 444178 h 763679"/>
              <a:gd name="connsiteX16" fmla="*/ 214807 w 765058"/>
              <a:gd name="connsiteY16" fmla="*/ 444209 h 763679"/>
              <a:gd name="connsiteX17" fmla="*/ 209980 w 765058"/>
              <a:gd name="connsiteY17" fmla="*/ 447193 h 763679"/>
              <a:gd name="connsiteX18" fmla="*/ 142147 w 765058"/>
              <a:gd name="connsiteY18" fmla="*/ 488464 h 763679"/>
              <a:gd name="connsiteX19" fmla="*/ 137320 w 765058"/>
              <a:gd name="connsiteY19" fmla="*/ 491449 h 763679"/>
              <a:gd name="connsiteX20" fmla="*/ 137335 w 765058"/>
              <a:gd name="connsiteY20" fmla="*/ 491510 h 763679"/>
              <a:gd name="connsiteX21" fmla="*/ 137396 w 765058"/>
              <a:gd name="connsiteY21" fmla="*/ 491616 h 763679"/>
              <a:gd name="connsiteX22" fmla="*/ 137517 w 765058"/>
              <a:gd name="connsiteY22" fmla="*/ 491843 h 763679"/>
              <a:gd name="connsiteX23" fmla="*/ 137836 w 765058"/>
              <a:gd name="connsiteY23" fmla="*/ 492479 h 763679"/>
              <a:gd name="connsiteX24" fmla="*/ 138777 w 765058"/>
              <a:gd name="connsiteY24" fmla="*/ 494222 h 763679"/>
              <a:gd name="connsiteX25" fmla="*/ 141813 w 765058"/>
              <a:gd name="connsiteY25" fmla="*/ 499600 h 763679"/>
              <a:gd name="connsiteX26" fmla="*/ 152893 w 765058"/>
              <a:gd name="connsiteY26" fmla="*/ 516630 h 763679"/>
              <a:gd name="connsiteX27" fmla="*/ 197032 w 765058"/>
              <a:gd name="connsiteY27" fmla="*/ 565764 h 763679"/>
              <a:gd name="connsiteX28" fmla="*/ 386339 w 765058"/>
              <a:gd name="connsiteY28" fmla="*/ 636367 h 763679"/>
              <a:gd name="connsiteX29" fmla="*/ 577983 w 765058"/>
              <a:gd name="connsiteY29" fmla="*/ 555946 h 763679"/>
              <a:gd name="connsiteX30" fmla="*/ 616081 w 765058"/>
              <a:gd name="connsiteY30" fmla="*/ 499433 h 763679"/>
              <a:gd name="connsiteX31" fmla="*/ 624535 w 765058"/>
              <a:gd name="connsiteY31" fmla="*/ 479859 h 763679"/>
              <a:gd name="connsiteX32" fmla="*/ 626721 w 765058"/>
              <a:gd name="connsiteY32" fmla="*/ 473632 h 763679"/>
              <a:gd name="connsiteX33" fmla="*/ 627374 w 765058"/>
              <a:gd name="connsiteY33" fmla="*/ 471571 h 763679"/>
              <a:gd name="connsiteX34" fmla="*/ 627602 w 765058"/>
              <a:gd name="connsiteY34" fmla="*/ 470814 h 763679"/>
              <a:gd name="connsiteX35" fmla="*/ 627677 w 765058"/>
              <a:gd name="connsiteY35" fmla="*/ 470526 h 763679"/>
              <a:gd name="connsiteX36" fmla="*/ 627708 w 765058"/>
              <a:gd name="connsiteY36" fmla="*/ 470389 h 763679"/>
              <a:gd name="connsiteX37" fmla="*/ 627738 w 765058"/>
              <a:gd name="connsiteY37" fmla="*/ 470329 h 763679"/>
              <a:gd name="connsiteX38" fmla="*/ 622471 w 765058"/>
              <a:gd name="connsiteY38" fmla="*/ 468465 h 763679"/>
              <a:gd name="connsiteX39" fmla="*/ 548582 w 765058"/>
              <a:gd name="connsiteY39" fmla="*/ 442769 h 763679"/>
              <a:gd name="connsiteX40" fmla="*/ 543315 w 765058"/>
              <a:gd name="connsiteY40" fmla="*/ 440906 h 763679"/>
              <a:gd name="connsiteX41" fmla="*/ 543331 w 765058"/>
              <a:gd name="connsiteY41" fmla="*/ 440845 h 763679"/>
              <a:gd name="connsiteX42" fmla="*/ 543361 w 765058"/>
              <a:gd name="connsiteY42" fmla="*/ 440754 h 763679"/>
              <a:gd name="connsiteX43" fmla="*/ 543406 w 765058"/>
              <a:gd name="connsiteY43" fmla="*/ 440587 h 763679"/>
              <a:gd name="connsiteX44" fmla="*/ 542663 w 765058"/>
              <a:gd name="connsiteY44" fmla="*/ 442709 h 763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79">
                <a:moveTo>
                  <a:pt x="382529" y="0"/>
                </a:moveTo>
                <a:cubicBezTo>
                  <a:pt x="593799" y="0"/>
                  <a:pt x="765058" y="170963"/>
                  <a:pt x="765058" y="381832"/>
                </a:cubicBezTo>
                <a:cubicBezTo>
                  <a:pt x="765058" y="592717"/>
                  <a:pt x="593799" y="763665"/>
                  <a:pt x="382529" y="763680"/>
                </a:cubicBezTo>
                <a:cubicBezTo>
                  <a:pt x="171274" y="763680"/>
                  <a:pt x="0" y="592717"/>
                  <a:pt x="0" y="381832"/>
                </a:cubicBezTo>
                <a:cubicBezTo>
                  <a:pt x="0" y="170963"/>
                  <a:pt x="171259" y="0"/>
                  <a:pt x="382529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26"/>
                </a:cubicBezTo>
                <a:cubicBezTo>
                  <a:pt x="533722" y="462117"/>
                  <a:pt x="526346" y="474616"/>
                  <a:pt x="515083" y="487192"/>
                </a:cubicBezTo>
                <a:cubicBezTo>
                  <a:pt x="493408" y="511327"/>
                  <a:pt x="454779" y="538674"/>
                  <a:pt x="386339" y="538674"/>
                </a:cubicBezTo>
                <a:cubicBezTo>
                  <a:pt x="322650" y="538674"/>
                  <a:pt x="279634" y="513645"/>
                  <a:pt x="252495" y="489585"/>
                </a:cubicBezTo>
                <a:cubicBezTo>
                  <a:pt x="238713" y="477374"/>
                  <a:pt x="228877" y="465238"/>
                  <a:pt x="222624" y="456420"/>
                </a:cubicBezTo>
                <a:cubicBezTo>
                  <a:pt x="219512" y="452042"/>
                  <a:pt x="217326" y="448526"/>
                  <a:pt x="216036" y="446330"/>
                </a:cubicBezTo>
                <a:cubicBezTo>
                  <a:pt x="215398" y="445254"/>
                  <a:pt x="214989" y="444496"/>
                  <a:pt x="214776" y="444133"/>
                </a:cubicBezTo>
                <a:lnTo>
                  <a:pt x="214700" y="443981"/>
                </a:lnTo>
                <a:cubicBezTo>
                  <a:pt x="214715" y="444012"/>
                  <a:pt x="214731" y="444057"/>
                  <a:pt x="214746" y="444103"/>
                </a:cubicBezTo>
                <a:cubicBezTo>
                  <a:pt x="214761" y="444118"/>
                  <a:pt x="214776" y="444148"/>
                  <a:pt x="214791" y="444178"/>
                </a:cubicBezTo>
                <a:lnTo>
                  <a:pt x="214807" y="444209"/>
                </a:lnTo>
                <a:cubicBezTo>
                  <a:pt x="214822" y="444209"/>
                  <a:pt x="214761" y="444269"/>
                  <a:pt x="209980" y="447193"/>
                </a:cubicBezTo>
                <a:lnTo>
                  <a:pt x="142147" y="488464"/>
                </a:lnTo>
                <a:cubicBezTo>
                  <a:pt x="137730" y="491161"/>
                  <a:pt x="137350" y="491419"/>
                  <a:pt x="137320" y="491449"/>
                </a:cubicBezTo>
                <a:cubicBezTo>
                  <a:pt x="137320" y="491449"/>
                  <a:pt x="137320" y="491494"/>
                  <a:pt x="137335" y="491510"/>
                </a:cubicBezTo>
                <a:cubicBezTo>
                  <a:pt x="137350" y="491540"/>
                  <a:pt x="137366" y="491570"/>
                  <a:pt x="137396" y="491616"/>
                </a:cubicBezTo>
                <a:cubicBezTo>
                  <a:pt x="137426" y="491676"/>
                  <a:pt x="137472" y="491752"/>
                  <a:pt x="137517" y="491843"/>
                </a:cubicBezTo>
                <a:cubicBezTo>
                  <a:pt x="137593" y="492025"/>
                  <a:pt x="137715" y="492252"/>
                  <a:pt x="137836" y="492479"/>
                </a:cubicBezTo>
                <a:cubicBezTo>
                  <a:pt x="138079" y="492949"/>
                  <a:pt x="138398" y="493540"/>
                  <a:pt x="138777" y="494222"/>
                </a:cubicBezTo>
                <a:cubicBezTo>
                  <a:pt x="139521" y="495615"/>
                  <a:pt x="140523" y="497418"/>
                  <a:pt x="141813" y="499600"/>
                </a:cubicBezTo>
                <a:cubicBezTo>
                  <a:pt x="144378" y="503948"/>
                  <a:pt x="148051" y="509797"/>
                  <a:pt x="152893" y="516630"/>
                </a:cubicBezTo>
                <a:cubicBezTo>
                  <a:pt x="162562" y="530250"/>
                  <a:pt x="177058" y="548053"/>
                  <a:pt x="197032" y="565764"/>
                </a:cubicBezTo>
                <a:cubicBezTo>
                  <a:pt x="237407" y="601550"/>
                  <a:pt x="299518" y="636367"/>
                  <a:pt x="386339" y="636367"/>
                </a:cubicBezTo>
                <a:cubicBezTo>
                  <a:pt x="479474" y="636367"/>
                  <a:pt x="540447" y="597747"/>
                  <a:pt x="577983" y="555946"/>
                </a:cubicBezTo>
                <a:cubicBezTo>
                  <a:pt x="596303" y="535538"/>
                  <a:pt x="608431" y="515069"/>
                  <a:pt x="616081" y="499433"/>
                </a:cubicBezTo>
                <a:cubicBezTo>
                  <a:pt x="619921" y="491600"/>
                  <a:pt x="622669" y="484873"/>
                  <a:pt x="624535" y="479859"/>
                </a:cubicBezTo>
                <a:cubicBezTo>
                  <a:pt x="625477" y="477344"/>
                  <a:pt x="626190" y="475253"/>
                  <a:pt x="626721" y="473632"/>
                </a:cubicBezTo>
                <a:cubicBezTo>
                  <a:pt x="626979" y="472829"/>
                  <a:pt x="627207" y="472131"/>
                  <a:pt x="627374" y="471571"/>
                </a:cubicBezTo>
                <a:cubicBezTo>
                  <a:pt x="627465" y="471298"/>
                  <a:pt x="627526" y="471041"/>
                  <a:pt x="627602" y="470814"/>
                </a:cubicBezTo>
                <a:cubicBezTo>
                  <a:pt x="627632" y="470723"/>
                  <a:pt x="627662" y="470617"/>
                  <a:pt x="627677" y="470526"/>
                </a:cubicBezTo>
                <a:cubicBezTo>
                  <a:pt x="627693" y="470480"/>
                  <a:pt x="627708" y="470435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2" y="442769"/>
                </a:lnTo>
                <a:cubicBezTo>
                  <a:pt x="543649" y="441042"/>
                  <a:pt x="543331" y="440921"/>
                  <a:pt x="543315" y="440906"/>
                </a:cubicBezTo>
                <a:cubicBezTo>
                  <a:pt x="543315" y="440890"/>
                  <a:pt x="543331" y="440860"/>
                  <a:pt x="543331" y="440845"/>
                </a:cubicBezTo>
                <a:cubicBezTo>
                  <a:pt x="543331" y="440815"/>
                  <a:pt x="543346" y="440784"/>
                  <a:pt x="543361" y="440754"/>
                </a:cubicBezTo>
                <a:cubicBezTo>
                  <a:pt x="543376" y="440693"/>
                  <a:pt x="543391" y="440633"/>
                  <a:pt x="543406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1" name="Полилиния 120">
            <a:extLst>
              <a:ext uri="{FF2B5EF4-FFF2-40B4-BE49-F238E27FC236}">
                <a16:creationId xmlns:a16="http://schemas.microsoft.com/office/drawing/2014/main" id="{859C29F2-9AAE-E203-B4B0-A9CFD3CDD526}"/>
              </a:ext>
            </a:extLst>
          </p:cNvPr>
          <p:cNvSpPr/>
          <p:nvPr/>
        </p:nvSpPr>
        <p:spPr>
          <a:xfrm rot="5400000">
            <a:off x="4180600" y="189276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2" name="Полилиния 121">
            <a:extLst>
              <a:ext uri="{FF2B5EF4-FFF2-40B4-BE49-F238E27FC236}">
                <a16:creationId xmlns:a16="http://schemas.microsoft.com/office/drawing/2014/main" id="{DDE70CED-6433-402F-7A81-A8F0FF1ED4C7}"/>
              </a:ext>
            </a:extLst>
          </p:cNvPr>
          <p:cNvSpPr/>
          <p:nvPr/>
        </p:nvSpPr>
        <p:spPr>
          <a:xfrm rot="5400000">
            <a:off x="4180600" y="2314280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3" name="Полилиния 122">
            <a:extLst>
              <a:ext uri="{FF2B5EF4-FFF2-40B4-BE49-F238E27FC236}">
                <a16:creationId xmlns:a16="http://schemas.microsoft.com/office/drawing/2014/main" id="{3DB5C07D-C83F-F5D3-2F52-BE47904C3D8A}"/>
              </a:ext>
            </a:extLst>
          </p:cNvPr>
          <p:cNvSpPr/>
          <p:nvPr/>
        </p:nvSpPr>
        <p:spPr>
          <a:xfrm>
            <a:off x="4952423" y="2103536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09 h 740695"/>
              <a:gd name="connsiteX2" fmla="*/ 1484809 w 1484930"/>
              <a:gd name="connsiteY2" fmla="*/ 379984 h 740695"/>
              <a:gd name="connsiteX3" fmla="*/ 1137297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4 h 740695"/>
              <a:gd name="connsiteX6" fmla="*/ 742093 w 1484930"/>
              <a:gd name="connsiteY6" fmla="*/ 495176 h 740695"/>
              <a:gd name="connsiteX7" fmla="*/ 585496 w 1484930"/>
              <a:gd name="connsiteY7" fmla="*/ 646609 h 740695"/>
              <a:gd name="connsiteX8" fmla="*/ 377626 w 1484930"/>
              <a:gd name="connsiteY8" fmla="*/ 740514 h 740695"/>
              <a:gd name="connsiteX9" fmla="*/ 370827 w 1484930"/>
              <a:gd name="connsiteY9" fmla="*/ 740635 h 740695"/>
              <a:gd name="connsiteX10" fmla="*/ 121 w 1484930"/>
              <a:gd name="connsiteY10" fmla="*/ 382332 h 740695"/>
              <a:gd name="connsiteX11" fmla="*/ 0 w 1484930"/>
              <a:gd name="connsiteY11" fmla="*/ 372757 h 740695"/>
              <a:gd name="connsiteX12" fmla="*/ 370766 w 1484930"/>
              <a:gd name="connsiteY12" fmla="*/ 379 h 740695"/>
              <a:gd name="connsiteX13" fmla="*/ 377566 w 1484930"/>
              <a:gd name="connsiteY13" fmla="*/ 500 h 740695"/>
              <a:gd name="connsiteX14" fmla="*/ 585876 w 1484930"/>
              <a:gd name="connsiteY14" fmla="*/ 97859 h 740695"/>
              <a:gd name="connsiteX15" fmla="*/ 742837 w 1484930"/>
              <a:gd name="connsiteY15" fmla="*/ 248186 h 740695"/>
              <a:gd name="connsiteX16" fmla="*/ 899495 w 1484930"/>
              <a:gd name="connsiteY16" fmla="*/ 96754 h 740695"/>
              <a:gd name="connsiteX17" fmla="*/ 1114104 w 1484930"/>
              <a:gd name="connsiteY17" fmla="*/ 0 h 740695"/>
              <a:gd name="connsiteX18" fmla="*/ 382894 w 1484930"/>
              <a:gd name="connsiteY18" fmla="*/ 180826 h 740695"/>
              <a:gd name="connsiteX19" fmla="*/ 196729 w 1484930"/>
              <a:gd name="connsiteY19" fmla="*/ 372817 h 740695"/>
              <a:gd name="connsiteX20" fmla="*/ 196729 w 1484930"/>
              <a:gd name="connsiteY20" fmla="*/ 377757 h 740695"/>
              <a:gd name="connsiteX21" fmla="*/ 382894 w 1484930"/>
              <a:gd name="connsiteY21" fmla="*/ 564749 h 740695"/>
              <a:gd name="connsiteX22" fmla="*/ 387280 w 1484930"/>
              <a:gd name="connsiteY22" fmla="*/ 564628 h 740695"/>
              <a:gd name="connsiteX23" fmla="*/ 469472 w 1484930"/>
              <a:gd name="connsiteY23" fmla="*/ 534993 h 740695"/>
              <a:gd name="connsiteX24" fmla="*/ 554517 w 1484930"/>
              <a:gd name="connsiteY24" fmla="*/ 464435 h 740695"/>
              <a:gd name="connsiteX25" fmla="*/ 635282 w 1484930"/>
              <a:gd name="connsiteY25" fmla="*/ 372817 h 740695"/>
              <a:gd name="connsiteX26" fmla="*/ 620195 w 1484930"/>
              <a:gd name="connsiteY26" fmla="*/ 353864 h 740695"/>
              <a:gd name="connsiteX27" fmla="*/ 555003 w 1484930"/>
              <a:gd name="connsiteY27" fmla="*/ 281640 h 740695"/>
              <a:gd name="connsiteX28" fmla="*/ 469791 w 1484930"/>
              <a:gd name="connsiteY28" fmla="*/ 210779 h 740695"/>
              <a:gd name="connsiteX29" fmla="*/ 387341 w 1484930"/>
              <a:gd name="connsiteY29" fmla="*/ 180947 h 740695"/>
              <a:gd name="connsiteX30" fmla="*/ 382894 w 1484930"/>
              <a:gd name="connsiteY30" fmla="*/ 180826 h 740695"/>
              <a:gd name="connsiteX31" fmla="*/ 1102037 w 1484930"/>
              <a:gd name="connsiteY31" fmla="*/ 178614 h 740695"/>
              <a:gd name="connsiteX32" fmla="*/ 1015398 w 1484930"/>
              <a:gd name="connsiteY32" fmla="*/ 208431 h 740695"/>
              <a:gd name="connsiteX33" fmla="*/ 930292 w 1484930"/>
              <a:gd name="connsiteY33" fmla="*/ 279049 h 740695"/>
              <a:gd name="connsiteX34" fmla="*/ 865115 w 1484930"/>
              <a:gd name="connsiteY34" fmla="*/ 351212 h 740695"/>
              <a:gd name="connsiteX35" fmla="*/ 849648 w 1484930"/>
              <a:gd name="connsiteY35" fmla="*/ 370606 h 740695"/>
              <a:gd name="connsiteX36" fmla="*/ 930231 w 1484930"/>
              <a:gd name="connsiteY36" fmla="*/ 462026 h 740695"/>
              <a:gd name="connsiteX37" fmla="*/ 1015337 w 1484930"/>
              <a:gd name="connsiteY37" fmla="*/ 532720 h 740695"/>
              <a:gd name="connsiteX38" fmla="*/ 1102037 w 1484930"/>
              <a:gd name="connsiteY38" fmla="*/ 562537 h 740695"/>
              <a:gd name="connsiteX39" fmla="*/ 1106985 w 1484930"/>
              <a:gd name="connsiteY39" fmla="*/ 562537 h 740695"/>
              <a:gd name="connsiteX40" fmla="*/ 1288141 w 1484930"/>
              <a:gd name="connsiteY40" fmla="*/ 370545 h 740695"/>
              <a:gd name="connsiteX41" fmla="*/ 1106985 w 1484930"/>
              <a:gd name="connsiteY41" fmla="*/ 178614 h 740695"/>
              <a:gd name="connsiteX42" fmla="*/ 1102037 w 1484930"/>
              <a:gd name="connsiteY42" fmla="*/ 178614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9" y="0"/>
                  <a:pt x="1484930" y="165887"/>
                  <a:pt x="1484930" y="370409"/>
                </a:cubicBezTo>
                <a:lnTo>
                  <a:pt x="1484809" y="379984"/>
                </a:lnTo>
                <a:cubicBezTo>
                  <a:pt x="1479921" y="572355"/>
                  <a:pt x="1328091" y="728969"/>
                  <a:pt x="1137297" y="740696"/>
                </a:cubicBezTo>
                <a:lnTo>
                  <a:pt x="1114104" y="740696"/>
                </a:lnTo>
                <a:cubicBezTo>
                  <a:pt x="1041808" y="740696"/>
                  <a:pt x="965673" y="697668"/>
                  <a:pt x="899070" y="645564"/>
                </a:cubicBezTo>
                <a:cubicBezTo>
                  <a:pt x="839934" y="599323"/>
                  <a:pt x="784957" y="543265"/>
                  <a:pt x="742093" y="495176"/>
                </a:cubicBezTo>
                <a:cubicBezTo>
                  <a:pt x="699229" y="543341"/>
                  <a:pt x="644435" y="599884"/>
                  <a:pt x="585496" y="646609"/>
                </a:cubicBezTo>
                <a:cubicBezTo>
                  <a:pt x="521185" y="697607"/>
                  <a:pt x="447888" y="737863"/>
                  <a:pt x="377626" y="740514"/>
                </a:cubicBezTo>
                <a:lnTo>
                  <a:pt x="370827" y="740635"/>
                </a:lnTo>
                <a:cubicBezTo>
                  <a:pt x="169150" y="740635"/>
                  <a:pt x="5191" y="582354"/>
                  <a:pt x="121" y="382332"/>
                </a:cubicBezTo>
                <a:lnTo>
                  <a:pt x="0" y="372757"/>
                </a:lnTo>
                <a:cubicBezTo>
                  <a:pt x="0" y="168417"/>
                  <a:pt x="165871" y="379"/>
                  <a:pt x="370766" y="379"/>
                </a:cubicBezTo>
                <a:lnTo>
                  <a:pt x="377566" y="500"/>
                </a:lnTo>
                <a:cubicBezTo>
                  <a:pt x="447827" y="3106"/>
                  <a:pt x="521306" y="47362"/>
                  <a:pt x="585876" y="97859"/>
                </a:cubicBezTo>
                <a:cubicBezTo>
                  <a:pt x="644996" y="144100"/>
                  <a:pt x="699912" y="200158"/>
                  <a:pt x="742837" y="248186"/>
                </a:cubicBezTo>
                <a:cubicBezTo>
                  <a:pt x="785701" y="200037"/>
                  <a:pt x="840495" y="143479"/>
                  <a:pt x="899495" y="96754"/>
                </a:cubicBezTo>
                <a:cubicBezTo>
                  <a:pt x="965855" y="44029"/>
                  <a:pt x="1041808" y="0"/>
                  <a:pt x="1114104" y="0"/>
                </a:cubicBezTo>
                <a:close/>
                <a:moveTo>
                  <a:pt x="382894" y="180826"/>
                </a:moveTo>
                <a:cubicBezTo>
                  <a:pt x="276705" y="180826"/>
                  <a:pt x="196729" y="266761"/>
                  <a:pt x="196729" y="372817"/>
                </a:cubicBezTo>
                <a:lnTo>
                  <a:pt x="196729" y="377757"/>
                </a:lnTo>
                <a:cubicBezTo>
                  <a:pt x="199446" y="481480"/>
                  <a:pt x="278313" y="564749"/>
                  <a:pt x="382894" y="564749"/>
                </a:cubicBezTo>
                <a:lnTo>
                  <a:pt x="387280" y="564628"/>
                </a:lnTo>
                <a:cubicBezTo>
                  <a:pt x="409486" y="563401"/>
                  <a:pt x="441589" y="552901"/>
                  <a:pt x="469472" y="534993"/>
                </a:cubicBezTo>
                <a:cubicBezTo>
                  <a:pt x="498857" y="516175"/>
                  <a:pt x="528167" y="490616"/>
                  <a:pt x="554517" y="464435"/>
                </a:cubicBezTo>
                <a:cubicBezTo>
                  <a:pt x="590885" y="428254"/>
                  <a:pt x="620437" y="391832"/>
                  <a:pt x="635282" y="372817"/>
                </a:cubicBezTo>
                <a:cubicBezTo>
                  <a:pt x="631259" y="367636"/>
                  <a:pt x="626190" y="361212"/>
                  <a:pt x="620195" y="353864"/>
                </a:cubicBezTo>
                <a:cubicBezTo>
                  <a:pt x="603999" y="334122"/>
                  <a:pt x="581292" y="307820"/>
                  <a:pt x="555003" y="281640"/>
                </a:cubicBezTo>
                <a:cubicBezTo>
                  <a:pt x="528668" y="255338"/>
                  <a:pt x="499283" y="229718"/>
                  <a:pt x="469791" y="210779"/>
                </a:cubicBezTo>
                <a:cubicBezTo>
                  <a:pt x="441771" y="192749"/>
                  <a:pt x="409608" y="182189"/>
                  <a:pt x="387341" y="180947"/>
                </a:cubicBezTo>
                <a:lnTo>
                  <a:pt x="382894" y="180826"/>
                </a:lnTo>
                <a:close/>
                <a:moveTo>
                  <a:pt x="1102037" y="178614"/>
                </a:moveTo>
                <a:cubicBezTo>
                  <a:pt x="1078844" y="178614"/>
                  <a:pt x="1045208" y="189295"/>
                  <a:pt x="1015398" y="208431"/>
                </a:cubicBezTo>
                <a:cubicBezTo>
                  <a:pt x="985951" y="227324"/>
                  <a:pt x="956642" y="252868"/>
                  <a:pt x="930292" y="279049"/>
                </a:cubicBezTo>
                <a:cubicBezTo>
                  <a:pt x="904079" y="305169"/>
                  <a:pt x="881311" y="331395"/>
                  <a:pt x="865115" y="351212"/>
                </a:cubicBezTo>
                <a:cubicBezTo>
                  <a:pt x="858922" y="358742"/>
                  <a:pt x="853731" y="365288"/>
                  <a:pt x="849648" y="370606"/>
                </a:cubicBezTo>
                <a:cubicBezTo>
                  <a:pt x="864432" y="389620"/>
                  <a:pt x="893924" y="425921"/>
                  <a:pt x="930231" y="462026"/>
                </a:cubicBezTo>
                <a:cubicBezTo>
                  <a:pt x="956581" y="488267"/>
                  <a:pt x="985891" y="513827"/>
                  <a:pt x="1015337" y="532720"/>
                </a:cubicBezTo>
                <a:cubicBezTo>
                  <a:pt x="1045208" y="551855"/>
                  <a:pt x="1078920" y="562537"/>
                  <a:pt x="1102037" y="562537"/>
                </a:cubicBezTo>
                <a:lnTo>
                  <a:pt x="1106985" y="562537"/>
                </a:lnTo>
                <a:cubicBezTo>
                  <a:pt x="1210897" y="559810"/>
                  <a:pt x="1288141" y="474934"/>
                  <a:pt x="1288141" y="370545"/>
                </a:cubicBezTo>
                <a:cubicBezTo>
                  <a:pt x="1288141" y="266140"/>
                  <a:pt x="1210897" y="181204"/>
                  <a:pt x="1106985" y="178614"/>
                </a:cubicBezTo>
                <a:lnTo>
                  <a:pt x="1102037" y="17861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37" name="Полилиния 136">
            <a:extLst>
              <a:ext uri="{FF2B5EF4-FFF2-40B4-BE49-F238E27FC236}">
                <a16:creationId xmlns:a16="http://schemas.microsoft.com/office/drawing/2014/main" id="{C6A4DCBF-125C-71A1-B58E-45C6E8E3CE5A}"/>
              </a:ext>
            </a:extLst>
          </p:cNvPr>
          <p:cNvSpPr/>
          <p:nvPr/>
        </p:nvSpPr>
        <p:spPr>
          <a:xfrm>
            <a:off x="2844385" y="1142522"/>
            <a:ext cx="744825" cy="760067"/>
          </a:xfrm>
          <a:custGeom>
            <a:avLst/>
            <a:gdLst>
              <a:gd name="connsiteX0" fmla="*/ 371085 w 744825"/>
              <a:gd name="connsiteY0" fmla="*/ 674178 h 760067"/>
              <a:gd name="connsiteX1" fmla="*/ 744825 w 744825"/>
              <a:gd name="connsiteY1" fmla="*/ 417522 h 760067"/>
              <a:gd name="connsiteX2" fmla="*/ 744825 w 744825"/>
              <a:gd name="connsiteY2" fmla="*/ 760068 h 760067"/>
              <a:gd name="connsiteX3" fmla="*/ 351944 w 744825"/>
              <a:gd name="connsiteY3" fmla="*/ 760068 h 760067"/>
              <a:gd name="connsiteX4" fmla="*/ 351960 w 744825"/>
              <a:gd name="connsiteY4" fmla="*/ 759992 h 760067"/>
              <a:gd name="connsiteX5" fmla="*/ 0 w 744825"/>
              <a:gd name="connsiteY5" fmla="*/ 759992 h 760067"/>
              <a:gd name="connsiteX6" fmla="*/ 0 w 744825"/>
              <a:gd name="connsiteY6" fmla="*/ 0 h 760067"/>
              <a:gd name="connsiteX7" fmla="*/ 371085 w 744825"/>
              <a:gd name="connsiteY7" fmla="*/ 0 h 760067"/>
              <a:gd name="connsiteX8" fmla="*/ 371085 w 744825"/>
              <a:gd name="connsiteY8" fmla="*/ 674178 h 760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67">
                <a:moveTo>
                  <a:pt x="371085" y="674178"/>
                </a:moveTo>
                <a:cubicBezTo>
                  <a:pt x="423951" y="524920"/>
                  <a:pt x="571305" y="417522"/>
                  <a:pt x="744825" y="417522"/>
                </a:cubicBezTo>
                <a:lnTo>
                  <a:pt x="744825" y="760068"/>
                </a:lnTo>
                <a:lnTo>
                  <a:pt x="351944" y="760068"/>
                </a:lnTo>
                <a:cubicBezTo>
                  <a:pt x="351960" y="760038"/>
                  <a:pt x="351960" y="760007"/>
                  <a:pt x="351960" y="759992"/>
                </a:cubicBezTo>
                <a:lnTo>
                  <a:pt x="0" y="759992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78"/>
                </a:lnTo>
                <a:close/>
              </a:path>
            </a:pathLst>
          </a:custGeom>
          <a:solidFill>
            <a:srgbClr val="FFF654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38" name="Полилиния 137">
            <a:extLst>
              <a:ext uri="{FF2B5EF4-FFF2-40B4-BE49-F238E27FC236}">
                <a16:creationId xmlns:a16="http://schemas.microsoft.com/office/drawing/2014/main" id="{1C0ADF42-8E6D-B07D-F61B-B632B1F4AA8F}"/>
              </a:ext>
            </a:extLst>
          </p:cNvPr>
          <p:cNvSpPr/>
          <p:nvPr/>
        </p:nvSpPr>
        <p:spPr>
          <a:xfrm>
            <a:off x="3847230" y="1142522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39" name="Полилиния 138">
            <a:extLst>
              <a:ext uri="{FF2B5EF4-FFF2-40B4-BE49-F238E27FC236}">
                <a16:creationId xmlns:a16="http://schemas.microsoft.com/office/drawing/2014/main" id="{28779AE2-0DAC-D7B6-4B86-B4A8AC181943}"/>
              </a:ext>
            </a:extLst>
          </p:cNvPr>
          <p:cNvSpPr/>
          <p:nvPr/>
        </p:nvSpPr>
        <p:spPr>
          <a:xfrm>
            <a:off x="4668297" y="1142522"/>
            <a:ext cx="742214" cy="759992"/>
          </a:xfrm>
          <a:custGeom>
            <a:avLst/>
            <a:gdLst>
              <a:gd name="connsiteX0" fmla="*/ 742214 w 742214"/>
              <a:gd name="connsiteY0" fmla="*/ 759992 h 759992"/>
              <a:gd name="connsiteX1" fmla="*/ 0 w 742214"/>
              <a:gd name="connsiteY1" fmla="*/ 759992 h 759992"/>
              <a:gd name="connsiteX2" fmla="*/ 0 w 742214"/>
              <a:gd name="connsiteY2" fmla="*/ 0 h 759992"/>
              <a:gd name="connsiteX3" fmla="*/ 371100 w 742214"/>
              <a:gd name="connsiteY3" fmla="*/ 380014 h 759992"/>
              <a:gd name="connsiteX4" fmla="*/ 742214 w 742214"/>
              <a:gd name="connsiteY4" fmla="*/ 0 h 759992"/>
              <a:gd name="connsiteX5" fmla="*/ 742214 w 742214"/>
              <a:gd name="connsiteY5" fmla="*/ 759992 h 759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214" h="759992">
                <a:moveTo>
                  <a:pt x="742214" y="759992"/>
                </a:moveTo>
                <a:lnTo>
                  <a:pt x="0" y="759992"/>
                </a:lnTo>
                <a:lnTo>
                  <a:pt x="0" y="0"/>
                </a:lnTo>
                <a:lnTo>
                  <a:pt x="371100" y="380014"/>
                </a:lnTo>
                <a:lnTo>
                  <a:pt x="742214" y="0"/>
                </a:lnTo>
                <a:lnTo>
                  <a:pt x="742214" y="759992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0" name="Полилиния 139">
            <a:extLst>
              <a:ext uri="{FF2B5EF4-FFF2-40B4-BE49-F238E27FC236}">
                <a16:creationId xmlns:a16="http://schemas.microsoft.com/office/drawing/2014/main" id="{C9247C81-F7B3-1932-68DC-1BDC16CA2F54}"/>
              </a:ext>
            </a:extLst>
          </p:cNvPr>
          <p:cNvSpPr/>
          <p:nvPr/>
        </p:nvSpPr>
        <p:spPr>
          <a:xfrm>
            <a:off x="5638182" y="1136129"/>
            <a:ext cx="761373" cy="766369"/>
          </a:xfrm>
          <a:custGeom>
            <a:avLst/>
            <a:gdLst>
              <a:gd name="connsiteX0" fmla="*/ 399916 w 761373"/>
              <a:gd name="connsiteY0" fmla="*/ 75100 h 766369"/>
              <a:gd name="connsiteX1" fmla="*/ 700208 w 761373"/>
              <a:gd name="connsiteY1" fmla="*/ 75100 h 766369"/>
              <a:gd name="connsiteX2" fmla="*/ 701422 w 761373"/>
              <a:gd name="connsiteY2" fmla="*/ 436750 h 766369"/>
              <a:gd name="connsiteX3" fmla="*/ 380670 w 761373"/>
              <a:gd name="connsiteY3" fmla="*/ 766369 h 766369"/>
              <a:gd name="connsiteX4" fmla="*/ 59963 w 761373"/>
              <a:gd name="connsiteY4" fmla="*/ 436764 h 766369"/>
              <a:gd name="connsiteX5" fmla="*/ 61177 w 761373"/>
              <a:gd name="connsiteY5" fmla="*/ 75100 h 766369"/>
              <a:gd name="connsiteX6" fmla="*/ 361469 w 761373"/>
              <a:gd name="connsiteY6" fmla="*/ 75100 h 766369"/>
              <a:gd name="connsiteX7" fmla="*/ 380685 w 761373"/>
              <a:gd name="connsiteY7" fmla="*/ 98340 h 766369"/>
              <a:gd name="connsiteX8" fmla="*/ 399916 w 761373"/>
              <a:gd name="connsiteY8" fmla="*/ 75100 h 766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69">
                <a:moveTo>
                  <a:pt x="399916" y="75100"/>
                </a:moveTo>
                <a:cubicBezTo>
                  <a:pt x="482700" y="-25020"/>
                  <a:pt x="617409" y="-25020"/>
                  <a:pt x="700208" y="75100"/>
                </a:cubicBezTo>
                <a:cubicBezTo>
                  <a:pt x="781292" y="173186"/>
                  <a:pt x="781823" y="328662"/>
                  <a:pt x="701422" y="436750"/>
                </a:cubicBezTo>
                <a:cubicBezTo>
                  <a:pt x="621037" y="544838"/>
                  <a:pt x="380670" y="766369"/>
                  <a:pt x="380670" y="766369"/>
                </a:cubicBezTo>
                <a:cubicBezTo>
                  <a:pt x="380670" y="766369"/>
                  <a:pt x="140363" y="544864"/>
                  <a:pt x="59963" y="436764"/>
                </a:cubicBezTo>
                <a:cubicBezTo>
                  <a:pt x="-20453" y="328662"/>
                  <a:pt x="-19922" y="173186"/>
                  <a:pt x="61177" y="75100"/>
                </a:cubicBezTo>
                <a:cubicBezTo>
                  <a:pt x="143961" y="-25033"/>
                  <a:pt x="278685" y="-25033"/>
                  <a:pt x="361469" y="75100"/>
                </a:cubicBezTo>
                <a:lnTo>
                  <a:pt x="380685" y="98340"/>
                </a:lnTo>
                <a:lnTo>
                  <a:pt x="399916" y="751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1" name="Полилиния 140">
            <a:extLst>
              <a:ext uri="{FF2B5EF4-FFF2-40B4-BE49-F238E27FC236}">
                <a16:creationId xmlns:a16="http://schemas.microsoft.com/office/drawing/2014/main" id="{C01F8E90-5A22-F55F-184F-11924E5CE446}"/>
              </a:ext>
            </a:extLst>
          </p:cNvPr>
          <p:cNvSpPr/>
          <p:nvPr/>
        </p:nvSpPr>
        <p:spPr>
          <a:xfrm>
            <a:off x="6612043" y="1148912"/>
            <a:ext cx="717534" cy="740829"/>
          </a:xfrm>
          <a:custGeom>
            <a:avLst/>
            <a:gdLst>
              <a:gd name="connsiteX0" fmla="*/ 717535 w 717534"/>
              <a:gd name="connsiteY0" fmla="*/ 370413 h 740829"/>
              <a:gd name="connsiteX1" fmla="*/ 327887 w 717534"/>
              <a:gd name="connsiteY1" fmla="*/ 740829 h 740829"/>
              <a:gd name="connsiteX2" fmla="*/ 327887 w 717534"/>
              <a:gd name="connsiteY2" fmla="*/ 554307 h 740829"/>
              <a:gd name="connsiteX3" fmla="*/ 0 w 717534"/>
              <a:gd name="connsiteY3" fmla="*/ 554307 h 740829"/>
              <a:gd name="connsiteX4" fmla="*/ 0 w 717534"/>
              <a:gd name="connsiteY4" fmla="*/ 185169 h 740829"/>
              <a:gd name="connsiteX5" fmla="*/ 327887 w 717534"/>
              <a:gd name="connsiteY5" fmla="*/ 185169 h 740829"/>
              <a:gd name="connsiteX6" fmla="*/ 327887 w 717534"/>
              <a:gd name="connsiteY6" fmla="*/ 0 h 740829"/>
              <a:gd name="connsiteX7" fmla="*/ 717535 w 717534"/>
              <a:gd name="connsiteY7" fmla="*/ 370413 h 740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29">
                <a:moveTo>
                  <a:pt x="717535" y="370413"/>
                </a:moveTo>
                <a:lnTo>
                  <a:pt x="327887" y="740829"/>
                </a:lnTo>
                <a:lnTo>
                  <a:pt x="327887" y="554307"/>
                </a:lnTo>
                <a:lnTo>
                  <a:pt x="0" y="554307"/>
                </a:lnTo>
                <a:lnTo>
                  <a:pt x="0" y="185169"/>
                </a:lnTo>
                <a:lnTo>
                  <a:pt x="327887" y="185169"/>
                </a:lnTo>
                <a:lnTo>
                  <a:pt x="327887" y="0"/>
                </a:lnTo>
                <a:lnTo>
                  <a:pt x="717535" y="370413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2" name="Полилиния 141">
            <a:extLst>
              <a:ext uri="{FF2B5EF4-FFF2-40B4-BE49-F238E27FC236}">
                <a16:creationId xmlns:a16="http://schemas.microsoft.com/office/drawing/2014/main" id="{11ED4980-674A-0FFB-C520-7AB57A1424A0}"/>
              </a:ext>
            </a:extLst>
          </p:cNvPr>
          <p:cNvSpPr/>
          <p:nvPr/>
        </p:nvSpPr>
        <p:spPr>
          <a:xfrm>
            <a:off x="7496541" y="1140628"/>
            <a:ext cx="765058" cy="763673"/>
          </a:xfrm>
          <a:custGeom>
            <a:avLst/>
            <a:gdLst>
              <a:gd name="connsiteX0" fmla="*/ 382529 w 765058"/>
              <a:gd name="connsiteY0" fmla="*/ 0 h 763673"/>
              <a:gd name="connsiteX1" fmla="*/ 765059 w 765058"/>
              <a:gd name="connsiteY1" fmla="*/ 381834 h 763673"/>
              <a:gd name="connsiteX2" fmla="*/ 382529 w 765058"/>
              <a:gd name="connsiteY2" fmla="*/ 763674 h 763673"/>
              <a:gd name="connsiteX3" fmla="*/ 0 w 765058"/>
              <a:gd name="connsiteY3" fmla="*/ 381834 h 763673"/>
              <a:gd name="connsiteX4" fmla="*/ 382529 w 765058"/>
              <a:gd name="connsiteY4" fmla="*/ 0 h 763673"/>
              <a:gd name="connsiteX5" fmla="*/ 542662 w 765058"/>
              <a:gd name="connsiteY5" fmla="*/ 442704 h 763673"/>
              <a:gd name="connsiteX6" fmla="*/ 538170 w 765058"/>
              <a:gd name="connsiteY6" fmla="*/ 453017 h 763673"/>
              <a:gd name="connsiteX7" fmla="*/ 515084 w 765058"/>
              <a:gd name="connsiteY7" fmla="*/ 487179 h 763673"/>
              <a:gd name="connsiteX8" fmla="*/ 386339 w 765058"/>
              <a:gd name="connsiteY8" fmla="*/ 538670 h 763673"/>
              <a:gd name="connsiteX9" fmla="*/ 252495 w 765058"/>
              <a:gd name="connsiteY9" fmla="*/ 489578 h 763673"/>
              <a:gd name="connsiteX10" fmla="*/ 222623 w 765058"/>
              <a:gd name="connsiteY10" fmla="*/ 456420 h 763673"/>
              <a:gd name="connsiteX11" fmla="*/ 216036 w 765058"/>
              <a:gd name="connsiteY11" fmla="*/ 446330 h 763673"/>
              <a:gd name="connsiteX12" fmla="*/ 214776 w 765058"/>
              <a:gd name="connsiteY12" fmla="*/ 444125 h 763673"/>
              <a:gd name="connsiteX13" fmla="*/ 214715 w 765058"/>
              <a:gd name="connsiteY13" fmla="*/ 443977 h 763673"/>
              <a:gd name="connsiteX14" fmla="*/ 214761 w 765058"/>
              <a:gd name="connsiteY14" fmla="*/ 444095 h 763673"/>
              <a:gd name="connsiteX15" fmla="*/ 214791 w 765058"/>
              <a:gd name="connsiteY15" fmla="*/ 444169 h 763673"/>
              <a:gd name="connsiteX16" fmla="*/ 214807 w 765058"/>
              <a:gd name="connsiteY16" fmla="*/ 444198 h 763673"/>
              <a:gd name="connsiteX17" fmla="*/ 209979 w 765058"/>
              <a:gd name="connsiteY17" fmla="*/ 447187 h 763673"/>
              <a:gd name="connsiteX18" fmla="*/ 142147 w 765058"/>
              <a:gd name="connsiteY18" fmla="*/ 488467 h 763673"/>
              <a:gd name="connsiteX19" fmla="*/ 137320 w 765058"/>
              <a:gd name="connsiteY19" fmla="*/ 491441 h 763673"/>
              <a:gd name="connsiteX20" fmla="*/ 137335 w 765058"/>
              <a:gd name="connsiteY20" fmla="*/ 491500 h 763673"/>
              <a:gd name="connsiteX21" fmla="*/ 137396 w 765058"/>
              <a:gd name="connsiteY21" fmla="*/ 491603 h 763673"/>
              <a:gd name="connsiteX22" fmla="*/ 137517 w 765058"/>
              <a:gd name="connsiteY22" fmla="*/ 491841 h 763673"/>
              <a:gd name="connsiteX23" fmla="*/ 137836 w 765058"/>
              <a:gd name="connsiteY23" fmla="*/ 492478 h 763673"/>
              <a:gd name="connsiteX24" fmla="*/ 138777 w 765058"/>
              <a:gd name="connsiteY24" fmla="*/ 494223 h 763673"/>
              <a:gd name="connsiteX25" fmla="*/ 141813 w 765058"/>
              <a:gd name="connsiteY25" fmla="*/ 499594 h 763673"/>
              <a:gd name="connsiteX26" fmla="*/ 152893 w 765058"/>
              <a:gd name="connsiteY26" fmla="*/ 516624 h 763673"/>
              <a:gd name="connsiteX27" fmla="*/ 197048 w 765058"/>
              <a:gd name="connsiteY27" fmla="*/ 565758 h 763673"/>
              <a:gd name="connsiteX28" fmla="*/ 386339 w 765058"/>
              <a:gd name="connsiteY28" fmla="*/ 636361 h 763673"/>
              <a:gd name="connsiteX29" fmla="*/ 577983 w 765058"/>
              <a:gd name="connsiteY29" fmla="*/ 555940 h 763673"/>
              <a:gd name="connsiteX30" fmla="*/ 616081 w 765058"/>
              <a:gd name="connsiteY30" fmla="*/ 499430 h 763673"/>
              <a:gd name="connsiteX31" fmla="*/ 624551 w 765058"/>
              <a:gd name="connsiteY31" fmla="*/ 479855 h 763673"/>
              <a:gd name="connsiteX32" fmla="*/ 626721 w 765058"/>
              <a:gd name="connsiteY32" fmla="*/ 473627 h 763673"/>
              <a:gd name="connsiteX33" fmla="*/ 627374 w 765058"/>
              <a:gd name="connsiteY33" fmla="*/ 471571 h 763673"/>
              <a:gd name="connsiteX34" fmla="*/ 627601 w 765058"/>
              <a:gd name="connsiteY34" fmla="*/ 470816 h 763673"/>
              <a:gd name="connsiteX35" fmla="*/ 627692 w 765058"/>
              <a:gd name="connsiteY35" fmla="*/ 470519 h 763673"/>
              <a:gd name="connsiteX36" fmla="*/ 627723 w 765058"/>
              <a:gd name="connsiteY36" fmla="*/ 470386 h 763673"/>
              <a:gd name="connsiteX37" fmla="*/ 627753 w 765058"/>
              <a:gd name="connsiteY37" fmla="*/ 470327 h 763673"/>
              <a:gd name="connsiteX38" fmla="*/ 622471 w 765058"/>
              <a:gd name="connsiteY38" fmla="*/ 468463 h 763673"/>
              <a:gd name="connsiteX39" fmla="*/ 548582 w 765058"/>
              <a:gd name="connsiteY39" fmla="*/ 442763 h 763673"/>
              <a:gd name="connsiteX40" fmla="*/ 543315 w 765058"/>
              <a:gd name="connsiteY40" fmla="*/ 440900 h 763673"/>
              <a:gd name="connsiteX41" fmla="*/ 543330 w 765058"/>
              <a:gd name="connsiteY41" fmla="*/ 440840 h 763673"/>
              <a:gd name="connsiteX42" fmla="*/ 543361 w 765058"/>
              <a:gd name="connsiteY42" fmla="*/ 440751 h 763673"/>
              <a:gd name="connsiteX43" fmla="*/ 543406 w 765058"/>
              <a:gd name="connsiteY43" fmla="*/ 440589 h 763673"/>
              <a:gd name="connsiteX44" fmla="*/ 542662 w 765058"/>
              <a:gd name="connsiteY44" fmla="*/ 442704 h 763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73">
                <a:moveTo>
                  <a:pt x="382529" y="0"/>
                </a:moveTo>
                <a:cubicBezTo>
                  <a:pt x="593799" y="2"/>
                  <a:pt x="765059" y="170956"/>
                  <a:pt x="765059" y="381834"/>
                </a:cubicBezTo>
                <a:cubicBezTo>
                  <a:pt x="765059" y="592711"/>
                  <a:pt x="593799" y="763674"/>
                  <a:pt x="382529" y="763674"/>
                </a:cubicBezTo>
                <a:cubicBezTo>
                  <a:pt x="171274" y="763674"/>
                  <a:pt x="0" y="592711"/>
                  <a:pt x="0" y="381834"/>
                </a:cubicBezTo>
                <a:cubicBezTo>
                  <a:pt x="0" y="170955"/>
                  <a:pt x="171274" y="0"/>
                  <a:pt x="382529" y="0"/>
                </a:cubicBezTo>
                <a:close/>
                <a:moveTo>
                  <a:pt x="542662" y="442704"/>
                </a:moveTo>
                <a:cubicBezTo>
                  <a:pt x="541842" y="444899"/>
                  <a:pt x="540386" y="448492"/>
                  <a:pt x="538170" y="453017"/>
                </a:cubicBezTo>
                <a:cubicBezTo>
                  <a:pt x="533722" y="462115"/>
                  <a:pt x="526361" y="474616"/>
                  <a:pt x="515084" y="487179"/>
                </a:cubicBezTo>
                <a:cubicBezTo>
                  <a:pt x="493408" y="511321"/>
                  <a:pt x="454779" y="538670"/>
                  <a:pt x="386339" y="538670"/>
                </a:cubicBezTo>
                <a:cubicBezTo>
                  <a:pt x="322650" y="538670"/>
                  <a:pt x="279634" y="513634"/>
                  <a:pt x="252495" y="489578"/>
                </a:cubicBezTo>
                <a:cubicBezTo>
                  <a:pt x="238712" y="477365"/>
                  <a:pt x="228877" y="465233"/>
                  <a:pt x="222623" y="456420"/>
                </a:cubicBezTo>
                <a:cubicBezTo>
                  <a:pt x="219512" y="452032"/>
                  <a:pt x="217341" y="448520"/>
                  <a:pt x="216036" y="446330"/>
                </a:cubicBezTo>
                <a:cubicBezTo>
                  <a:pt x="215399" y="445246"/>
                  <a:pt x="214989" y="444495"/>
                  <a:pt x="214776" y="444125"/>
                </a:cubicBezTo>
                <a:lnTo>
                  <a:pt x="214715" y="443977"/>
                </a:lnTo>
                <a:cubicBezTo>
                  <a:pt x="214731" y="444007"/>
                  <a:pt x="214731" y="444052"/>
                  <a:pt x="214761" y="444095"/>
                </a:cubicBezTo>
                <a:cubicBezTo>
                  <a:pt x="214761" y="444118"/>
                  <a:pt x="214791" y="444143"/>
                  <a:pt x="214791" y="444169"/>
                </a:cubicBezTo>
                <a:lnTo>
                  <a:pt x="214807" y="444198"/>
                </a:lnTo>
                <a:cubicBezTo>
                  <a:pt x="214821" y="444210"/>
                  <a:pt x="214761" y="444269"/>
                  <a:pt x="209979" y="447187"/>
                </a:cubicBezTo>
                <a:lnTo>
                  <a:pt x="142147" y="488467"/>
                </a:lnTo>
                <a:cubicBezTo>
                  <a:pt x="137730" y="491162"/>
                  <a:pt x="137351" y="491410"/>
                  <a:pt x="137320" y="491441"/>
                </a:cubicBezTo>
                <a:cubicBezTo>
                  <a:pt x="137320" y="491449"/>
                  <a:pt x="137320" y="491484"/>
                  <a:pt x="137335" y="491500"/>
                </a:cubicBezTo>
                <a:cubicBezTo>
                  <a:pt x="137351" y="491534"/>
                  <a:pt x="137381" y="491567"/>
                  <a:pt x="137396" y="491603"/>
                </a:cubicBezTo>
                <a:cubicBezTo>
                  <a:pt x="137426" y="491676"/>
                  <a:pt x="137472" y="491755"/>
                  <a:pt x="137517" y="491841"/>
                </a:cubicBezTo>
                <a:cubicBezTo>
                  <a:pt x="137609" y="492019"/>
                  <a:pt x="137715" y="492241"/>
                  <a:pt x="137836" y="492478"/>
                </a:cubicBezTo>
                <a:cubicBezTo>
                  <a:pt x="138079" y="492949"/>
                  <a:pt x="138398" y="493534"/>
                  <a:pt x="138777" y="494223"/>
                </a:cubicBezTo>
                <a:cubicBezTo>
                  <a:pt x="139521" y="495606"/>
                  <a:pt x="140523" y="497418"/>
                  <a:pt x="141813" y="499594"/>
                </a:cubicBezTo>
                <a:cubicBezTo>
                  <a:pt x="144378" y="503947"/>
                  <a:pt x="148051" y="509794"/>
                  <a:pt x="152893" y="516624"/>
                </a:cubicBezTo>
                <a:cubicBezTo>
                  <a:pt x="162562" y="530252"/>
                  <a:pt x="177058" y="548051"/>
                  <a:pt x="197048" y="565758"/>
                </a:cubicBezTo>
                <a:cubicBezTo>
                  <a:pt x="237407" y="601544"/>
                  <a:pt x="299518" y="636361"/>
                  <a:pt x="386339" y="636361"/>
                </a:cubicBezTo>
                <a:cubicBezTo>
                  <a:pt x="479475" y="636361"/>
                  <a:pt x="540462" y="597741"/>
                  <a:pt x="577983" y="555940"/>
                </a:cubicBezTo>
                <a:cubicBezTo>
                  <a:pt x="596303" y="535530"/>
                  <a:pt x="608431" y="515061"/>
                  <a:pt x="616081" y="499430"/>
                </a:cubicBezTo>
                <a:cubicBezTo>
                  <a:pt x="619921" y="491590"/>
                  <a:pt x="622668" y="484875"/>
                  <a:pt x="624551" y="479855"/>
                </a:cubicBezTo>
                <a:cubicBezTo>
                  <a:pt x="625476" y="477345"/>
                  <a:pt x="626190" y="475244"/>
                  <a:pt x="626721" y="473627"/>
                </a:cubicBezTo>
                <a:cubicBezTo>
                  <a:pt x="626979" y="472821"/>
                  <a:pt x="627207" y="472132"/>
                  <a:pt x="627374" y="471571"/>
                </a:cubicBezTo>
                <a:cubicBezTo>
                  <a:pt x="627465" y="471289"/>
                  <a:pt x="627541" y="471032"/>
                  <a:pt x="627601" y="470816"/>
                </a:cubicBezTo>
                <a:cubicBezTo>
                  <a:pt x="627632" y="470710"/>
                  <a:pt x="627663" y="470609"/>
                  <a:pt x="627692" y="470519"/>
                </a:cubicBezTo>
                <a:cubicBezTo>
                  <a:pt x="627692" y="470476"/>
                  <a:pt x="627708" y="470427"/>
                  <a:pt x="627723" y="470386"/>
                </a:cubicBezTo>
                <a:cubicBezTo>
                  <a:pt x="627723" y="470366"/>
                  <a:pt x="627739" y="470338"/>
                  <a:pt x="627753" y="470327"/>
                </a:cubicBezTo>
                <a:cubicBezTo>
                  <a:pt x="627739" y="470309"/>
                  <a:pt x="627465" y="470209"/>
                  <a:pt x="622471" y="468463"/>
                </a:cubicBezTo>
                <a:lnTo>
                  <a:pt x="548582" y="442763"/>
                </a:lnTo>
                <a:cubicBezTo>
                  <a:pt x="543649" y="441040"/>
                  <a:pt x="543330" y="440919"/>
                  <a:pt x="543315" y="440900"/>
                </a:cubicBezTo>
                <a:cubicBezTo>
                  <a:pt x="543315" y="440889"/>
                  <a:pt x="543330" y="440856"/>
                  <a:pt x="543330" y="440840"/>
                </a:cubicBezTo>
                <a:cubicBezTo>
                  <a:pt x="543346" y="440809"/>
                  <a:pt x="543346" y="440778"/>
                  <a:pt x="543361" y="440751"/>
                </a:cubicBezTo>
                <a:cubicBezTo>
                  <a:pt x="543376" y="440694"/>
                  <a:pt x="543391" y="440631"/>
                  <a:pt x="543406" y="440589"/>
                </a:cubicBezTo>
                <a:lnTo>
                  <a:pt x="542662" y="44270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3" name="Полилиния 142">
            <a:extLst>
              <a:ext uri="{FF2B5EF4-FFF2-40B4-BE49-F238E27FC236}">
                <a16:creationId xmlns:a16="http://schemas.microsoft.com/office/drawing/2014/main" id="{730E93A4-BD32-BC8A-EEF2-AC0360DD1706}"/>
              </a:ext>
            </a:extLst>
          </p:cNvPr>
          <p:cNvSpPr/>
          <p:nvPr/>
        </p:nvSpPr>
        <p:spPr>
          <a:xfrm rot="5400000">
            <a:off x="8687225" y="941344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4" name="Полилиния 143">
            <a:extLst>
              <a:ext uri="{FF2B5EF4-FFF2-40B4-BE49-F238E27FC236}">
                <a16:creationId xmlns:a16="http://schemas.microsoft.com/office/drawing/2014/main" id="{C02FCFBC-4A49-6EC8-1BC4-450EE1EF4B0F}"/>
              </a:ext>
            </a:extLst>
          </p:cNvPr>
          <p:cNvSpPr/>
          <p:nvPr/>
        </p:nvSpPr>
        <p:spPr>
          <a:xfrm rot="5400000">
            <a:off x="8687225" y="136284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5" name="Полилиния 144">
            <a:extLst>
              <a:ext uri="{FF2B5EF4-FFF2-40B4-BE49-F238E27FC236}">
                <a16:creationId xmlns:a16="http://schemas.microsoft.com/office/drawing/2014/main" id="{A5D2A3E6-D8DF-3CAD-343A-DA2145687FC2}"/>
              </a:ext>
            </a:extLst>
          </p:cNvPr>
          <p:cNvSpPr/>
          <p:nvPr/>
        </p:nvSpPr>
        <p:spPr>
          <a:xfrm>
            <a:off x="9459079" y="1152109"/>
            <a:ext cx="1484944" cy="740692"/>
          </a:xfrm>
          <a:custGeom>
            <a:avLst/>
            <a:gdLst>
              <a:gd name="connsiteX0" fmla="*/ 1114103 w 1484944"/>
              <a:gd name="connsiteY0" fmla="*/ 0 h 740692"/>
              <a:gd name="connsiteX1" fmla="*/ 1484945 w 1484944"/>
              <a:gd name="connsiteY1" fmla="*/ 370415 h 740692"/>
              <a:gd name="connsiteX2" fmla="*/ 1484809 w 1484944"/>
              <a:gd name="connsiteY2" fmla="*/ 379984 h 740692"/>
              <a:gd name="connsiteX3" fmla="*/ 1137296 w 1484944"/>
              <a:gd name="connsiteY3" fmla="*/ 740693 h 740692"/>
              <a:gd name="connsiteX4" fmla="*/ 1114103 w 1484944"/>
              <a:gd name="connsiteY4" fmla="*/ 740693 h 740692"/>
              <a:gd name="connsiteX5" fmla="*/ 899069 w 1484944"/>
              <a:gd name="connsiteY5" fmla="*/ 645561 h 740692"/>
              <a:gd name="connsiteX6" fmla="*/ 742093 w 1484944"/>
              <a:gd name="connsiteY6" fmla="*/ 495179 h 740692"/>
              <a:gd name="connsiteX7" fmla="*/ 585496 w 1484944"/>
              <a:gd name="connsiteY7" fmla="*/ 646606 h 740692"/>
              <a:gd name="connsiteX8" fmla="*/ 377641 w 1484944"/>
              <a:gd name="connsiteY8" fmla="*/ 740511 h 740692"/>
              <a:gd name="connsiteX9" fmla="*/ 370826 w 1484944"/>
              <a:gd name="connsiteY9" fmla="*/ 740632 h 740692"/>
              <a:gd name="connsiteX10" fmla="*/ 121 w 1484944"/>
              <a:gd name="connsiteY10" fmla="*/ 382329 h 740692"/>
              <a:gd name="connsiteX11" fmla="*/ 0 w 1484944"/>
              <a:gd name="connsiteY11" fmla="*/ 372761 h 740692"/>
              <a:gd name="connsiteX12" fmla="*/ 370765 w 1484944"/>
              <a:gd name="connsiteY12" fmla="*/ 380 h 740692"/>
              <a:gd name="connsiteX13" fmla="*/ 377581 w 1484944"/>
              <a:gd name="connsiteY13" fmla="*/ 504 h 740692"/>
              <a:gd name="connsiteX14" fmla="*/ 585876 w 1484944"/>
              <a:gd name="connsiteY14" fmla="*/ 97859 h 740692"/>
              <a:gd name="connsiteX15" fmla="*/ 742836 w 1484944"/>
              <a:gd name="connsiteY15" fmla="*/ 248182 h 740692"/>
              <a:gd name="connsiteX16" fmla="*/ 899494 w 1484944"/>
              <a:gd name="connsiteY16" fmla="*/ 96747 h 740692"/>
              <a:gd name="connsiteX17" fmla="*/ 1114103 w 1484944"/>
              <a:gd name="connsiteY17" fmla="*/ 0 h 740692"/>
              <a:gd name="connsiteX18" fmla="*/ 382893 w 1484944"/>
              <a:gd name="connsiteY18" fmla="*/ 180830 h 740692"/>
              <a:gd name="connsiteX19" fmla="*/ 196729 w 1484944"/>
              <a:gd name="connsiteY19" fmla="*/ 372822 h 740692"/>
              <a:gd name="connsiteX20" fmla="*/ 196729 w 1484944"/>
              <a:gd name="connsiteY20" fmla="*/ 377761 h 740692"/>
              <a:gd name="connsiteX21" fmla="*/ 382893 w 1484944"/>
              <a:gd name="connsiteY21" fmla="*/ 564761 h 740692"/>
              <a:gd name="connsiteX22" fmla="*/ 387279 w 1484944"/>
              <a:gd name="connsiteY22" fmla="*/ 564625 h 740692"/>
              <a:gd name="connsiteX23" fmla="*/ 469472 w 1484944"/>
              <a:gd name="connsiteY23" fmla="*/ 534999 h 740692"/>
              <a:gd name="connsiteX24" fmla="*/ 554516 w 1484944"/>
              <a:gd name="connsiteY24" fmla="*/ 464436 h 740692"/>
              <a:gd name="connsiteX25" fmla="*/ 635281 w 1484944"/>
              <a:gd name="connsiteY25" fmla="*/ 372822 h 740692"/>
              <a:gd name="connsiteX26" fmla="*/ 620194 w 1484944"/>
              <a:gd name="connsiteY26" fmla="*/ 353870 h 740692"/>
              <a:gd name="connsiteX27" fmla="*/ 555018 w 1484944"/>
              <a:gd name="connsiteY27" fmla="*/ 281641 h 740692"/>
              <a:gd name="connsiteX28" fmla="*/ 469790 w 1484944"/>
              <a:gd name="connsiteY28" fmla="*/ 210771 h 740692"/>
              <a:gd name="connsiteX29" fmla="*/ 387340 w 1484944"/>
              <a:gd name="connsiteY29" fmla="*/ 180953 h 740692"/>
              <a:gd name="connsiteX30" fmla="*/ 382893 w 1484944"/>
              <a:gd name="connsiteY30" fmla="*/ 180830 h 740692"/>
              <a:gd name="connsiteX31" fmla="*/ 1102051 w 1484944"/>
              <a:gd name="connsiteY31" fmla="*/ 178608 h 740692"/>
              <a:gd name="connsiteX32" fmla="*/ 1015397 w 1484944"/>
              <a:gd name="connsiteY32" fmla="*/ 208425 h 740692"/>
              <a:gd name="connsiteX33" fmla="*/ 930291 w 1484944"/>
              <a:gd name="connsiteY33" fmla="*/ 279049 h 740692"/>
              <a:gd name="connsiteX34" fmla="*/ 865115 w 1484944"/>
              <a:gd name="connsiteY34" fmla="*/ 351215 h 740692"/>
              <a:gd name="connsiteX35" fmla="*/ 849648 w 1484944"/>
              <a:gd name="connsiteY35" fmla="*/ 370599 h 740692"/>
              <a:gd name="connsiteX36" fmla="*/ 930230 w 1484944"/>
              <a:gd name="connsiteY36" fmla="*/ 462029 h 740692"/>
              <a:gd name="connsiteX37" fmla="*/ 1015336 w 1484944"/>
              <a:gd name="connsiteY37" fmla="*/ 532714 h 740692"/>
              <a:gd name="connsiteX38" fmla="*/ 1102051 w 1484944"/>
              <a:gd name="connsiteY38" fmla="*/ 562534 h 740692"/>
              <a:gd name="connsiteX39" fmla="*/ 1106999 w 1484944"/>
              <a:gd name="connsiteY39" fmla="*/ 562534 h 740692"/>
              <a:gd name="connsiteX40" fmla="*/ 1288140 w 1484944"/>
              <a:gd name="connsiteY40" fmla="*/ 370539 h 740692"/>
              <a:gd name="connsiteX41" fmla="*/ 1106999 w 1484944"/>
              <a:gd name="connsiteY41" fmla="*/ 178608 h 740692"/>
              <a:gd name="connsiteX42" fmla="*/ 1102051 w 1484944"/>
              <a:gd name="connsiteY42" fmla="*/ 178608 h 740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44" h="740692">
                <a:moveTo>
                  <a:pt x="1114103" y="0"/>
                </a:moveTo>
                <a:cubicBezTo>
                  <a:pt x="1318998" y="0"/>
                  <a:pt x="1484945" y="165890"/>
                  <a:pt x="1484945" y="370415"/>
                </a:cubicBezTo>
                <a:lnTo>
                  <a:pt x="1484809" y="379984"/>
                </a:lnTo>
                <a:cubicBezTo>
                  <a:pt x="1479936" y="572351"/>
                  <a:pt x="1328090" y="728966"/>
                  <a:pt x="1137296" y="740693"/>
                </a:cubicBezTo>
                <a:lnTo>
                  <a:pt x="1114103" y="740693"/>
                </a:lnTo>
                <a:cubicBezTo>
                  <a:pt x="1041808" y="740693"/>
                  <a:pt x="965672" y="697664"/>
                  <a:pt x="899069" y="645561"/>
                </a:cubicBezTo>
                <a:cubicBezTo>
                  <a:pt x="839934" y="599320"/>
                  <a:pt x="784957" y="543271"/>
                  <a:pt x="742093" y="495179"/>
                </a:cubicBezTo>
                <a:cubicBezTo>
                  <a:pt x="699244" y="543332"/>
                  <a:pt x="644449" y="599881"/>
                  <a:pt x="585496" y="646606"/>
                </a:cubicBezTo>
                <a:cubicBezTo>
                  <a:pt x="521185" y="697604"/>
                  <a:pt x="447888" y="737860"/>
                  <a:pt x="377641" y="740511"/>
                </a:cubicBezTo>
                <a:lnTo>
                  <a:pt x="370826" y="740632"/>
                </a:lnTo>
                <a:cubicBezTo>
                  <a:pt x="169149" y="740632"/>
                  <a:pt x="5191" y="582351"/>
                  <a:pt x="121" y="382329"/>
                </a:cubicBezTo>
                <a:lnTo>
                  <a:pt x="0" y="372761"/>
                </a:lnTo>
                <a:cubicBezTo>
                  <a:pt x="0" y="168422"/>
                  <a:pt x="165871" y="380"/>
                  <a:pt x="370765" y="380"/>
                </a:cubicBezTo>
                <a:lnTo>
                  <a:pt x="377581" y="504"/>
                </a:lnTo>
                <a:cubicBezTo>
                  <a:pt x="447827" y="3097"/>
                  <a:pt x="521306" y="47360"/>
                  <a:pt x="585876" y="97859"/>
                </a:cubicBezTo>
                <a:cubicBezTo>
                  <a:pt x="644996" y="144098"/>
                  <a:pt x="699912" y="200152"/>
                  <a:pt x="742836" y="248182"/>
                </a:cubicBezTo>
                <a:cubicBezTo>
                  <a:pt x="785701" y="200029"/>
                  <a:pt x="840495" y="143480"/>
                  <a:pt x="899494" y="96747"/>
                </a:cubicBezTo>
                <a:cubicBezTo>
                  <a:pt x="965855" y="44027"/>
                  <a:pt x="1041808" y="0"/>
                  <a:pt x="1114103" y="0"/>
                </a:cubicBezTo>
                <a:close/>
                <a:moveTo>
                  <a:pt x="382893" y="180830"/>
                </a:moveTo>
                <a:cubicBezTo>
                  <a:pt x="276704" y="180830"/>
                  <a:pt x="196729" y="266763"/>
                  <a:pt x="196729" y="372822"/>
                </a:cubicBezTo>
                <a:lnTo>
                  <a:pt x="196729" y="377761"/>
                </a:lnTo>
                <a:cubicBezTo>
                  <a:pt x="199461" y="481475"/>
                  <a:pt x="278313" y="564761"/>
                  <a:pt x="382893" y="564761"/>
                </a:cubicBezTo>
                <a:lnTo>
                  <a:pt x="387279" y="564625"/>
                </a:lnTo>
                <a:cubicBezTo>
                  <a:pt x="409486" y="563397"/>
                  <a:pt x="441588" y="552898"/>
                  <a:pt x="469472" y="534999"/>
                </a:cubicBezTo>
                <a:cubicBezTo>
                  <a:pt x="498857" y="516169"/>
                  <a:pt x="528167" y="490611"/>
                  <a:pt x="554516" y="464436"/>
                </a:cubicBezTo>
                <a:cubicBezTo>
                  <a:pt x="590884" y="428259"/>
                  <a:pt x="620452" y="391836"/>
                  <a:pt x="635281" y="372822"/>
                </a:cubicBezTo>
                <a:cubicBezTo>
                  <a:pt x="631274" y="367637"/>
                  <a:pt x="626189" y="361217"/>
                  <a:pt x="620194" y="353870"/>
                </a:cubicBezTo>
                <a:cubicBezTo>
                  <a:pt x="603999" y="334115"/>
                  <a:pt x="581292" y="307817"/>
                  <a:pt x="555018" y="281641"/>
                </a:cubicBezTo>
                <a:cubicBezTo>
                  <a:pt x="528667" y="255342"/>
                  <a:pt x="499282" y="229724"/>
                  <a:pt x="469790" y="210771"/>
                </a:cubicBezTo>
                <a:cubicBezTo>
                  <a:pt x="441771" y="192745"/>
                  <a:pt x="409607" y="182188"/>
                  <a:pt x="387340" y="180953"/>
                </a:cubicBezTo>
                <a:lnTo>
                  <a:pt x="382893" y="180830"/>
                </a:lnTo>
                <a:close/>
                <a:moveTo>
                  <a:pt x="1102051" y="178608"/>
                </a:moveTo>
                <a:cubicBezTo>
                  <a:pt x="1078858" y="178608"/>
                  <a:pt x="1045208" y="189287"/>
                  <a:pt x="1015397" y="208425"/>
                </a:cubicBezTo>
                <a:cubicBezTo>
                  <a:pt x="985966" y="227316"/>
                  <a:pt x="956641" y="252873"/>
                  <a:pt x="930291" y="279049"/>
                </a:cubicBezTo>
                <a:cubicBezTo>
                  <a:pt x="904078" y="305161"/>
                  <a:pt x="881310" y="331400"/>
                  <a:pt x="865115" y="351215"/>
                </a:cubicBezTo>
                <a:cubicBezTo>
                  <a:pt x="858922" y="358747"/>
                  <a:pt x="853731" y="365291"/>
                  <a:pt x="849648" y="370599"/>
                </a:cubicBezTo>
                <a:cubicBezTo>
                  <a:pt x="864432" y="389614"/>
                  <a:pt x="893939" y="425914"/>
                  <a:pt x="930230" y="462029"/>
                </a:cubicBezTo>
                <a:cubicBezTo>
                  <a:pt x="956581" y="488266"/>
                  <a:pt x="985890" y="513824"/>
                  <a:pt x="1015336" y="532714"/>
                </a:cubicBezTo>
                <a:cubicBezTo>
                  <a:pt x="1045208" y="551852"/>
                  <a:pt x="1078919" y="562534"/>
                  <a:pt x="1102051" y="562534"/>
                </a:cubicBezTo>
                <a:lnTo>
                  <a:pt x="1106999" y="562534"/>
                </a:lnTo>
                <a:cubicBezTo>
                  <a:pt x="1210897" y="559822"/>
                  <a:pt x="1288140" y="474930"/>
                  <a:pt x="1288140" y="370539"/>
                </a:cubicBezTo>
                <a:cubicBezTo>
                  <a:pt x="1288140" y="266146"/>
                  <a:pt x="1210897" y="181200"/>
                  <a:pt x="1106999" y="178608"/>
                </a:cubicBezTo>
                <a:lnTo>
                  <a:pt x="1102051" y="178608"/>
                </a:lnTo>
                <a:close/>
              </a:path>
            </a:pathLst>
          </a:custGeom>
          <a:solidFill>
            <a:srgbClr val="66FFA5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6" name="Полилиния 145">
            <a:extLst>
              <a:ext uri="{FF2B5EF4-FFF2-40B4-BE49-F238E27FC236}">
                <a16:creationId xmlns:a16="http://schemas.microsoft.com/office/drawing/2014/main" id="{649872C1-FC23-926E-9138-5EDA552B3FB5}"/>
              </a:ext>
            </a:extLst>
          </p:cNvPr>
          <p:cNvSpPr/>
          <p:nvPr/>
        </p:nvSpPr>
        <p:spPr>
          <a:xfrm rot="5400000">
            <a:off x="359944" y="941344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7" name="Полилиния 146">
            <a:extLst>
              <a:ext uri="{FF2B5EF4-FFF2-40B4-BE49-F238E27FC236}">
                <a16:creationId xmlns:a16="http://schemas.microsoft.com/office/drawing/2014/main" id="{06CBA69E-2F75-30AC-5DD2-08DBEE3FEDB5}"/>
              </a:ext>
            </a:extLst>
          </p:cNvPr>
          <p:cNvSpPr/>
          <p:nvPr/>
        </p:nvSpPr>
        <p:spPr>
          <a:xfrm rot="5400000">
            <a:off x="359944" y="136284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8" name="Полилиния 147">
            <a:extLst>
              <a:ext uri="{FF2B5EF4-FFF2-40B4-BE49-F238E27FC236}">
                <a16:creationId xmlns:a16="http://schemas.microsoft.com/office/drawing/2014/main" id="{D38A29B3-F19F-49C0-3692-B50A2D437A10}"/>
              </a:ext>
            </a:extLst>
          </p:cNvPr>
          <p:cNvSpPr/>
          <p:nvPr/>
        </p:nvSpPr>
        <p:spPr>
          <a:xfrm>
            <a:off x="1131762" y="1152109"/>
            <a:ext cx="1484945" cy="740692"/>
          </a:xfrm>
          <a:custGeom>
            <a:avLst/>
            <a:gdLst>
              <a:gd name="connsiteX0" fmla="*/ 1114104 w 1484945"/>
              <a:gd name="connsiteY0" fmla="*/ 0 h 740692"/>
              <a:gd name="connsiteX1" fmla="*/ 1484945 w 1484945"/>
              <a:gd name="connsiteY1" fmla="*/ 370415 h 740692"/>
              <a:gd name="connsiteX2" fmla="*/ 1484809 w 1484945"/>
              <a:gd name="connsiteY2" fmla="*/ 379984 h 740692"/>
              <a:gd name="connsiteX3" fmla="*/ 1137296 w 1484945"/>
              <a:gd name="connsiteY3" fmla="*/ 740693 h 740692"/>
              <a:gd name="connsiteX4" fmla="*/ 1114104 w 1484945"/>
              <a:gd name="connsiteY4" fmla="*/ 740693 h 740692"/>
              <a:gd name="connsiteX5" fmla="*/ 899070 w 1484945"/>
              <a:gd name="connsiteY5" fmla="*/ 645561 h 740692"/>
              <a:gd name="connsiteX6" fmla="*/ 742093 w 1484945"/>
              <a:gd name="connsiteY6" fmla="*/ 495179 h 740692"/>
              <a:gd name="connsiteX7" fmla="*/ 585496 w 1484945"/>
              <a:gd name="connsiteY7" fmla="*/ 646606 h 740692"/>
              <a:gd name="connsiteX8" fmla="*/ 377636 w 1484945"/>
              <a:gd name="connsiteY8" fmla="*/ 740511 h 740692"/>
              <a:gd name="connsiteX9" fmla="*/ 370833 w 1484945"/>
              <a:gd name="connsiteY9" fmla="*/ 740632 h 740692"/>
              <a:gd name="connsiteX10" fmla="*/ 123 w 1484945"/>
              <a:gd name="connsiteY10" fmla="*/ 382329 h 740692"/>
              <a:gd name="connsiteX11" fmla="*/ 0 w 1484945"/>
              <a:gd name="connsiteY11" fmla="*/ 372761 h 740692"/>
              <a:gd name="connsiteX12" fmla="*/ 370770 w 1484945"/>
              <a:gd name="connsiteY12" fmla="*/ 380 h 740692"/>
              <a:gd name="connsiteX13" fmla="*/ 377573 w 1484945"/>
              <a:gd name="connsiteY13" fmla="*/ 504 h 740692"/>
              <a:gd name="connsiteX14" fmla="*/ 585876 w 1484945"/>
              <a:gd name="connsiteY14" fmla="*/ 97859 h 740692"/>
              <a:gd name="connsiteX15" fmla="*/ 742837 w 1484945"/>
              <a:gd name="connsiteY15" fmla="*/ 248182 h 740692"/>
              <a:gd name="connsiteX16" fmla="*/ 899495 w 1484945"/>
              <a:gd name="connsiteY16" fmla="*/ 96747 h 740692"/>
              <a:gd name="connsiteX17" fmla="*/ 1114104 w 1484945"/>
              <a:gd name="connsiteY17" fmla="*/ 0 h 740692"/>
              <a:gd name="connsiteX18" fmla="*/ 382892 w 1484945"/>
              <a:gd name="connsiteY18" fmla="*/ 180830 h 740692"/>
              <a:gd name="connsiteX19" fmla="*/ 196733 w 1484945"/>
              <a:gd name="connsiteY19" fmla="*/ 372822 h 740692"/>
              <a:gd name="connsiteX20" fmla="*/ 196733 w 1484945"/>
              <a:gd name="connsiteY20" fmla="*/ 377761 h 740692"/>
              <a:gd name="connsiteX21" fmla="*/ 382892 w 1484945"/>
              <a:gd name="connsiteY21" fmla="*/ 564761 h 740692"/>
              <a:gd name="connsiteX22" fmla="*/ 387283 w 1484945"/>
              <a:gd name="connsiteY22" fmla="*/ 564625 h 740692"/>
              <a:gd name="connsiteX23" fmla="*/ 469478 w 1484945"/>
              <a:gd name="connsiteY23" fmla="*/ 534999 h 740692"/>
              <a:gd name="connsiteX24" fmla="*/ 554517 w 1484945"/>
              <a:gd name="connsiteY24" fmla="*/ 464436 h 740692"/>
              <a:gd name="connsiteX25" fmla="*/ 635282 w 1484945"/>
              <a:gd name="connsiteY25" fmla="*/ 372822 h 740692"/>
              <a:gd name="connsiteX26" fmla="*/ 620195 w 1484945"/>
              <a:gd name="connsiteY26" fmla="*/ 353870 h 740692"/>
              <a:gd name="connsiteX27" fmla="*/ 555018 w 1484945"/>
              <a:gd name="connsiteY27" fmla="*/ 281641 h 740692"/>
              <a:gd name="connsiteX28" fmla="*/ 469787 w 1484945"/>
              <a:gd name="connsiteY28" fmla="*/ 210771 h 740692"/>
              <a:gd name="connsiteX29" fmla="*/ 387345 w 1484945"/>
              <a:gd name="connsiteY29" fmla="*/ 180953 h 740692"/>
              <a:gd name="connsiteX30" fmla="*/ 382892 w 1484945"/>
              <a:gd name="connsiteY30" fmla="*/ 180830 h 740692"/>
              <a:gd name="connsiteX31" fmla="*/ 1102052 w 1484945"/>
              <a:gd name="connsiteY31" fmla="*/ 178608 h 740692"/>
              <a:gd name="connsiteX32" fmla="*/ 1015398 w 1484945"/>
              <a:gd name="connsiteY32" fmla="*/ 208425 h 740692"/>
              <a:gd name="connsiteX33" fmla="*/ 930292 w 1484945"/>
              <a:gd name="connsiteY33" fmla="*/ 279049 h 740692"/>
              <a:gd name="connsiteX34" fmla="*/ 865115 w 1484945"/>
              <a:gd name="connsiteY34" fmla="*/ 351215 h 740692"/>
              <a:gd name="connsiteX35" fmla="*/ 849648 w 1484945"/>
              <a:gd name="connsiteY35" fmla="*/ 370599 h 740692"/>
              <a:gd name="connsiteX36" fmla="*/ 930231 w 1484945"/>
              <a:gd name="connsiteY36" fmla="*/ 462029 h 740692"/>
              <a:gd name="connsiteX37" fmla="*/ 1015337 w 1484945"/>
              <a:gd name="connsiteY37" fmla="*/ 532714 h 740692"/>
              <a:gd name="connsiteX38" fmla="*/ 1102052 w 1484945"/>
              <a:gd name="connsiteY38" fmla="*/ 562534 h 740692"/>
              <a:gd name="connsiteX39" fmla="*/ 1107000 w 1484945"/>
              <a:gd name="connsiteY39" fmla="*/ 562534 h 740692"/>
              <a:gd name="connsiteX40" fmla="*/ 1288141 w 1484945"/>
              <a:gd name="connsiteY40" fmla="*/ 370539 h 740692"/>
              <a:gd name="connsiteX41" fmla="*/ 1107000 w 1484945"/>
              <a:gd name="connsiteY41" fmla="*/ 178608 h 740692"/>
              <a:gd name="connsiteX42" fmla="*/ 1102052 w 1484945"/>
              <a:gd name="connsiteY42" fmla="*/ 178608 h 740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45" h="740692">
                <a:moveTo>
                  <a:pt x="1114104" y="0"/>
                </a:moveTo>
                <a:cubicBezTo>
                  <a:pt x="1318999" y="0"/>
                  <a:pt x="1484945" y="165890"/>
                  <a:pt x="1484945" y="370415"/>
                </a:cubicBezTo>
                <a:lnTo>
                  <a:pt x="1484809" y="379984"/>
                </a:lnTo>
                <a:cubicBezTo>
                  <a:pt x="1479936" y="572351"/>
                  <a:pt x="1328091" y="728966"/>
                  <a:pt x="1137296" y="740693"/>
                </a:cubicBezTo>
                <a:lnTo>
                  <a:pt x="1114104" y="740693"/>
                </a:lnTo>
                <a:cubicBezTo>
                  <a:pt x="1041808" y="740693"/>
                  <a:pt x="965673" y="697664"/>
                  <a:pt x="899070" y="645561"/>
                </a:cubicBezTo>
                <a:cubicBezTo>
                  <a:pt x="839934" y="599320"/>
                  <a:pt x="784957" y="543271"/>
                  <a:pt x="742093" y="495179"/>
                </a:cubicBezTo>
                <a:cubicBezTo>
                  <a:pt x="699244" y="543332"/>
                  <a:pt x="644450" y="599881"/>
                  <a:pt x="585496" y="646606"/>
                </a:cubicBezTo>
                <a:cubicBezTo>
                  <a:pt x="521182" y="697604"/>
                  <a:pt x="447894" y="737860"/>
                  <a:pt x="377636" y="740511"/>
                </a:cubicBezTo>
                <a:lnTo>
                  <a:pt x="370833" y="740632"/>
                </a:lnTo>
                <a:cubicBezTo>
                  <a:pt x="169151" y="740632"/>
                  <a:pt x="5194" y="582351"/>
                  <a:pt x="123" y="382329"/>
                </a:cubicBezTo>
                <a:lnTo>
                  <a:pt x="0" y="372761"/>
                </a:lnTo>
                <a:cubicBezTo>
                  <a:pt x="0" y="168422"/>
                  <a:pt x="165872" y="380"/>
                  <a:pt x="370770" y="380"/>
                </a:cubicBezTo>
                <a:lnTo>
                  <a:pt x="377573" y="504"/>
                </a:lnTo>
                <a:cubicBezTo>
                  <a:pt x="447832" y="3097"/>
                  <a:pt x="521305" y="47360"/>
                  <a:pt x="585876" y="97859"/>
                </a:cubicBezTo>
                <a:cubicBezTo>
                  <a:pt x="644996" y="144098"/>
                  <a:pt x="699912" y="200152"/>
                  <a:pt x="742837" y="248182"/>
                </a:cubicBezTo>
                <a:cubicBezTo>
                  <a:pt x="785701" y="200029"/>
                  <a:pt x="840496" y="143480"/>
                  <a:pt x="899495" y="96747"/>
                </a:cubicBezTo>
                <a:cubicBezTo>
                  <a:pt x="965855" y="44027"/>
                  <a:pt x="1041808" y="0"/>
                  <a:pt x="1114104" y="0"/>
                </a:cubicBezTo>
                <a:close/>
                <a:moveTo>
                  <a:pt x="382892" y="180830"/>
                </a:moveTo>
                <a:cubicBezTo>
                  <a:pt x="276701" y="180830"/>
                  <a:pt x="196733" y="266763"/>
                  <a:pt x="196733" y="372822"/>
                </a:cubicBezTo>
                <a:lnTo>
                  <a:pt x="196733" y="377761"/>
                </a:lnTo>
                <a:cubicBezTo>
                  <a:pt x="199455" y="481475"/>
                  <a:pt x="278310" y="564761"/>
                  <a:pt x="382892" y="564761"/>
                </a:cubicBezTo>
                <a:lnTo>
                  <a:pt x="387283" y="564625"/>
                </a:lnTo>
                <a:cubicBezTo>
                  <a:pt x="409486" y="563397"/>
                  <a:pt x="441586" y="552898"/>
                  <a:pt x="469478" y="534999"/>
                </a:cubicBezTo>
                <a:cubicBezTo>
                  <a:pt x="498856" y="516169"/>
                  <a:pt x="528170" y="490611"/>
                  <a:pt x="554517" y="464436"/>
                </a:cubicBezTo>
                <a:cubicBezTo>
                  <a:pt x="590885" y="428259"/>
                  <a:pt x="620453" y="391836"/>
                  <a:pt x="635282" y="372822"/>
                </a:cubicBezTo>
                <a:cubicBezTo>
                  <a:pt x="631275" y="367637"/>
                  <a:pt x="626190" y="361217"/>
                  <a:pt x="620195" y="353870"/>
                </a:cubicBezTo>
                <a:cubicBezTo>
                  <a:pt x="603999" y="334115"/>
                  <a:pt x="581292" y="307817"/>
                  <a:pt x="555018" y="281641"/>
                </a:cubicBezTo>
                <a:cubicBezTo>
                  <a:pt x="528665" y="255342"/>
                  <a:pt x="499288" y="229724"/>
                  <a:pt x="469787" y="210771"/>
                </a:cubicBezTo>
                <a:cubicBezTo>
                  <a:pt x="441771" y="192745"/>
                  <a:pt x="409611" y="182188"/>
                  <a:pt x="387345" y="180953"/>
                </a:cubicBezTo>
                <a:lnTo>
                  <a:pt x="382892" y="180830"/>
                </a:lnTo>
                <a:close/>
                <a:moveTo>
                  <a:pt x="1102052" y="178608"/>
                </a:moveTo>
                <a:cubicBezTo>
                  <a:pt x="1078859" y="178608"/>
                  <a:pt x="1045208" y="189287"/>
                  <a:pt x="1015398" y="208425"/>
                </a:cubicBezTo>
                <a:cubicBezTo>
                  <a:pt x="985967" y="227316"/>
                  <a:pt x="956642" y="252873"/>
                  <a:pt x="930292" y="279049"/>
                </a:cubicBezTo>
                <a:cubicBezTo>
                  <a:pt x="904078" y="305161"/>
                  <a:pt x="881311" y="331400"/>
                  <a:pt x="865115" y="351215"/>
                </a:cubicBezTo>
                <a:cubicBezTo>
                  <a:pt x="858922" y="358747"/>
                  <a:pt x="853731" y="365291"/>
                  <a:pt x="849648" y="370599"/>
                </a:cubicBezTo>
                <a:cubicBezTo>
                  <a:pt x="864432" y="389614"/>
                  <a:pt x="893939" y="425914"/>
                  <a:pt x="930231" y="462029"/>
                </a:cubicBezTo>
                <a:cubicBezTo>
                  <a:pt x="956581" y="488266"/>
                  <a:pt x="985891" y="513824"/>
                  <a:pt x="1015337" y="532714"/>
                </a:cubicBezTo>
                <a:cubicBezTo>
                  <a:pt x="1045208" y="551852"/>
                  <a:pt x="1078920" y="562534"/>
                  <a:pt x="1102052" y="562534"/>
                </a:cubicBezTo>
                <a:lnTo>
                  <a:pt x="1107000" y="562534"/>
                </a:lnTo>
                <a:cubicBezTo>
                  <a:pt x="1210897" y="559822"/>
                  <a:pt x="1288141" y="474930"/>
                  <a:pt x="1288141" y="370539"/>
                </a:cubicBezTo>
                <a:cubicBezTo>
                  <a:pt x="1288141" y="266146"/>
                  <a:pt x="1210897" y="181200"/>
                  <a:pt x="1107000" y="178608"/>
                </a:cubicBezTo>
                <a:lnTo>
                  <a:pt x="1102052" y="17860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9" name="Полилиния 148">
            <a:extLst>
              <a:ext uri="{FF2B5EF4-FFF2-40B4-BE49-F238E27FC236}">
                <a16:creationId xmlns:a16="http://schemas.microsoft.com/office/drawing/2014/main" id="{6B59B8ED-6EF3-C1E0-4DCD-C87362D9BFDC}"/>
              </a:ext>
            </a:extLst>
          </p:cNvPr>
          <p:cNvSpPr/>
          <p:nvPr/>
        </p:nvSpPr>
        <p:spPr>
          <a:xfrm>
            <a:off x="11171702" y="1142522"/>
            <a:ext cx="744825" cy="760067"/>
          </a:xfrm>
          <a:custGeom>
            <a:avLst/>
            <a:gdLst>
              <a:gd name="connsiteX0" fmla="*/ 371085 w 744825"/>
              <a:gd name="connsiteY0" fmla="*/ 674178 h 760067"/>
              <a:gd name="connsiteX1" fmla="*/ 744825 w 744825"/>
              <a:gd name="connsiteY1" fmla="*/ 417522 h 760067"/>
              <a:gd name="connsiteX2" fmla="*/ 744825 w 744825"/>
              <a:gd name="connsiteY2" fmla="*/ 760068 h 760067"/>
              <a:gd name="connsiteX3" fmla="*/ 351959 w 744825"/>
              <a:gd name="connsiteY3" fmla="*/ 760068 h 760067"/>
              <a:gd name="connsiteX4" fmla="*/ 351959 w 744825"/>
              <a:gd name="connsiteY4" fmla="*/ 759992 h 760067"/>
              <a:gd name="connsiteX5" fmla="*/ 0 w 744825"/>
              <a:gd name="connsiteY5" fmla="*/ 759992 h 760067"/>
              <a:gd name="connsiteX6" fmla="*/ 0 w 744825"/>
              <a:gd name="connsiteY6" fmla="*/ 0 h 760067"/>
              <a:gd name="connsiteX7" fmla="*/ 371085 w 744825"/>
              <a:gd name="connsiteY7" fmla="*/ 0 h 760067"/>
              <a:gd name="connsiteX8" fmla="*/ 371085 w 744825"/>
              <a:gd name="connsiteY8" fmla="*/ 674178 h 760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67">
                <a:moveTo>
                  <a:pt x="371085" y="674178"/>
                </a:moveTo>
                <a:cubicBezTo>
                  <a:pt x="423952" y="524920"/>
                  <a:pt x="571304" y="417522"/>
                  <a:pt x="744825" y="417522"/>
                </a:cubicBezTo>
                <a:lnTo>
                  <a:pt x="744825" y="760068"/>
                </a:lnTo>
                <a:lnTo>
                  <a:pt x="351959" y="760068"/>
                </a:lnTo>
                <a:cubicBezTo>
                  <a:pt x="351959" y="760038"/>
                  <a:pt x="351959" y="760007"/>
                  <a:pt x="351959" y="759992"/>
                </a:cubicBezTo>
                <a:lnTo>
                  <a:pt x="0" y="759992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7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0" name="Полилиния 149">
            <a:extLst>
              <a:ext uri="{FF2B5EF4-FFF2-40B4-BE49-F238E27FC236}">
                <a16:creationId xmlns:a16="http://schemas.microsoft.com/office/drawing/2014/main" id="{4B72F3CB-289C-9C51-192B-3DA3D01F22AB}"/>
              </a:ext>
            </a:extLst>
          </p:cNvPr>
          <p:cNvSpPr/>
          <p:nvPr/>
        </p:nvSpPr>
        <p:spPr>
          <a:xfrm>
            <a:off x="2844445" y="3996804"/>
            <a:ext cx="744825" cy="760073"/>
          </a:xfrm>
          <a:custGeom>
            <a:avLst/>
            <a:gdLst>
              <a:gd name="connsiteX0" fmla="*/ 371085 w 744825"/>
              <a:gd name="connsiteY0" fmla="*/ 674183 h 760073"/>
              <a:gd name="connsiteX1" fmla="*/ 744825 w 744825"/>
              <a:gd name="connsiteY1" fmla="*/ 417528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60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3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3"/>
                </a:moveTo>
                <a:cubicBezTo>
                  <a:pt x="423951" y="524917"/>
                  <a:pt x="571305" y="417528"/>
                  <a:pt x="744825" y="417528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60" y="760044"/>
                  <a:pt x="351960" y="760013"/>
                  <a:pt x="351960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3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1" name="Полилиния 150">
            <a:extLst>
              <a:ext uri="{FF2B5EF4-FFF2-40B4-BE49-F238E27FC236}">
                <a16:creationId xmlns:a16="http://schemas.microsoft.com/office/drawing/2014/main" id="{BA2EACB6-67C8-698B-0FC2-15B0031F21CA}"/>
              </a:ext>
            </a:extLst>
          </p:cNvPr>
          <p:cNvSpPr/>
          <p:nvPr/>
        </p:nvSpPr>
        <p:spPr>
          <a:xfrm>
            <a:off x="3847290" y="3996804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66FFA5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2" name="Полилиния 151">
            <a:extLst>
              <a:ext uri="{FF2B5EF4-FFF2-40B4-BE49-F238E27FC236}">
                <a16:creationId xmlns:a16="http://schemas.microsoft.com/office/drawing/2014/main" id="{231FF33C-956D-D7BE-EEA3-72B5EFAE8F91}"/>
              </a:ext>
            </a:extLst>
          </p:cNvPr>
          <p:cNvSpPr/>
          <p:nvPr/>
        </p:nvSpPr>
        <p:spPr>
          <a:xfrm>
            <a:off x="4668357" y="3996804"/>
            <a:ext cx="742199" cy="759997"/>
          </a:xfrm>
          <a:custGeom>
            <a:avLst/>
            <a:gdLst>
              <a:gd name="connsiteX0" fmla="*/ 742200 w 742199"/>
              <a:gd name="connsiteY0" fmla="*/ 759998 h 759997"/>
              <a:gd name="connsiteX1" fmla="*/ 0 w 742199"/>
              <a:gd name="connsiteY1" fmla="*/ 759998 h 759997"/>
              <a:gd name="connsiteX2" fmla="*/ 0 w 742199"/>
              <a:gd name="connsiteY2" fmla="*/ 0 h 759997"/>
              <a:gd name="connsiteX3" fmla="*/ 371100 w 742199"/>
              <a:gd name="connsiteY3" fmla="*/ 380014 h 759997"/>
              <a:gd name="connsiteX4" fmla="*/ 742200 w 742199"/>
              <a:gd name="connsiteY4" fmla="*/ 0 h 759997"/>
              <a:gd name="connsiteX5" fmla="*/ 742200 w 742199"/>
              <a:gd name="connsiteY5" fmla="*/ 759998 h 759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9" h="759997">
                <a:moveTo>
                  <a:pt x="742200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100" y="380014"/>
                </a:lnTo>
                <a:lnTo>
                  <a:pt x="742200" y="0"/>
                </a:lnTo>
                <a:lnTo>
                  <a:pt x="742200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3" name="Полилиния 152">
            <a:extLst>
              <a:ext uri="{FF2B5EF4-FFF2-40B4-BE49-F238E27FC236}">
                <a16:creationId xmlns:a16="http://schemas.microsoft.com/office/drawing/2014/main" id="{DFCE9A7D-CCF0-F485-B42B-1E4D1119B1D9}"/>
              </a:ext>
            </a:extLst>
          </p:cNvPr>
          <p:cNvSpPr/>
          <p:nvPr/>
        </p:nvSpPr>
        <p:spPr>
          <a:xfrm>
            <a:off x="5638242" y="3990414"/>
            <a:ext cx="761373" cy="766357"/>
          </a:xfrm>
          <a:custGeom>
            <a:avLst/>
            <a:gdLst>
              <a:gd name="connsiteX0" fmla="*/ 399916 w 761373"/>
              <a:gd name="connsiteY0" fmla="*/ 75099 h 766357"/>
              <a:gd name="connsiteX1" fmla="*/ 700208 w 761373"/>
              <a:gd name="connsiteY1" fmla="*/ 75099 h 766357"/>
              <a:gd name="connsiteX2" fmla="*/ 701423 w 761373"/>
              <a:gd name="connsiteY2" fmla="*/ 436751 h 766357"/>
              <a:gd name="connsiteX3" fmla="*/ 380670 w 761373"/>
              <a:gd name="connsiteY3" fmla="*/ 766358 h 766357"/>
              <a:gd name="connsiteX4" fmla="*/ 59963 w 761373"/>
              <a:gd name="connsiteY4" fmla="*/ 436766 h 766357"/>
              <a:gd name="connsiteX5" fmla="*/ 61177 w 761373"/>
              <a:gd name="connsiteY5" fmla="*/ 75099 h 766357"/>
              <a:gd name="connsiteX6" fmla="*/ 361469 w 761373"/>
              <a:gd name="connsiteY6" fmla="*/ 75099 h 766357"/>
              <a:gd name="connsiteX7" fmla="*/ 380685 w 761373"/>
              <a:gd name="connsiteY7" fmla="*/ 98341 h 766357"/>
              <a:gd name="connsiteX8" fmla="*/ 399916 w 761373"/>
              <a:gd name="connsiteY8" fmla="*/ 75099 h 76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57">
                <a:moveTo>
                  <a:pt x="399916" y="75099"/>
                </a:moveTo>
                <a:cubicBezTo>
                  <a:pt x="482685" y="-25018"/>
                  <a:pt x="617394" y="-25018"/>
                  <a:pt x="700208" y="75099"/>
                </a:cubicBezTo>
                <a:cubicBezTo>
                  <a:pt x="781292" y="173186"/>
                  <a:pt x="781823" y="328664"/>
                  <a:pt x="701423" y="436751"/>
                </a:cubicBezTo>
                <a:cubicBezTo>
                  <a:pt x="621037" y="544837"/>
                  <a:pt x="380670" y="766358"/>
                  <a:pt x="380670" y="766358"/>
                </a:cubicBezTo>
                <a:cubicBezTo>
                  <a:pt x="380670" y="766358"/>
                  <a:pt x="140363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9" y="75099"/>
                </a:cubicBezTo>
                <a:lnTo>
                  <a:pt x="380685" y="98341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4" name="Полилиния 153">
            <a:extLst>
              <a:ext uri="{FF2B5EF4-FFF2-40B4-BE49-F238E27FC236}">
                <a16:creationId xmlns:a16="http://schemas.microsoft.com/office/drawing/2014/main" id="{69311EA4-7389-4FEF-8D61-E9BE39A75FCB}"/>
              </a:ext>
            </a:extLst>
          </p:cNvPr>
          <p:cNvSpPr/>
          <p:nvPr/>
        </p:nvSpPr>
        <p:spPr>
          <a:xfrm>
            <a:off x="6612104" y="4003198"/>
            <a:ext cx="717534" cy="740817"/>
          </a:xfrm>
          <a:custGeom>
            <a:avLst/>
            <a:gdLst>
              <a:gd name="connsiteX0" fmla="*/ 717535 w 717534"/>
              <a:gd name="connsiteY0" fmla="*/ 370409 h 740817"/>
              <a:gd name="connsiteX1" fmla="*/ 327887 w 717534"/>
              <a:gd name="connsiteY1" fmla="*/ 740817 h 740817"/>
              <a:gd name="connsiteX2" fmla="*/ 327887 w 717534"/>
              <a:gd name="connsiteY2" fmla="*/ 554310 h 740817"/>
              <a:gd name="connsiteX3" fmla="*/ 0 w 717534"/>
              <a:gd name="connsiteY3" fmla="*/ 554310 h 740817"/>
              <a:gd name="connsiteX4" fmla="*/ 0 w 717534"/>
              <a:gd name="connsiteY4" fmla="*/ 185174 h 740817"/>
              <a:gd name="connsiteX5" fmla="*/ 327887 w 717534"/>
              <a:gd name="connsiteY5" fmla="*/ 185174 h 740817"/>
              <a:gd name="connsiteX6" fmla="*/ 327887 w 717534"/>
              <a:gd name="connsiteY6" fmla="*/ 0 h 740817"/>
              <a:gd name="connsiteX7" fmla="*/ 717535 w 717534"/>
              <a:gd name="connsiteY7" fmla="*/ 370409 h 740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17">
                <a:moveTo>
                  <a:pt x="717535" y="370409"/>
                </a:moveTo>
                <a:lnTo>
                  <a:pt x="327887" y="740817"/>
                </a:lnTo>
                <a:lnTo>
                  <a:pt x="327887" y="554310"/>
                </a:lnTo>
                <a:lnTo>
                  <a:pt x="0" y="554310"/>
                </a:lnTo>
                <a:lnTo>
                  <a:pt x="0" y="185174"/>
                </a:lnTo>
                <a:lnTo>
                  <a:pt x="327887" y="185174"/>
                </a:lnTo>
                <a:lnTo>
                  <a:pt x="327887" y="0"/>
                </a:lnTo>
                <a:lnTo>
                  <a:pt x="717535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5" name="Полилиния 154">
            <a:extLst>
              <a:ext uri="{FF2B5EF4-FFF2-40B4-BE49-F238E27FC236}">
                <a16:creationId xmlns:a16="http://schemas.microsoft.com/office/drawing/2014/main" id="{EC5408CE-33BD-0177-9D64-34568E22828E}"/>
              </a:ext>
            </a:extLst>
          </p:cNvPr>
          <p:cNvSpPr/>
          <p:nvPr/>
        </p:nvSpPr>
        <p:spPr>
          <a:xfrm>
            <a:off x="7496602" y="3994910"/>
            <a:ext cx="765058" cy="763664"/>
          </a:xfrm>
          <a:custGeom>
            <a:avLst/>
            <a:gdLst>
              <a:gd name="connsiteX0" fmla="*/ 382529 w 765058"/>
              <a:gd name="connsiteY0" fmla="*/ 0 h 763664"/>
              <a:gd name="connsiteX1" fmla="*/ 765058 w 765058"/>
              <a:gd name="connsiteY1" fmla="*/ 381832 h 763664"/>
              <a:gd name="connsiteX2" fmla="*/ 382529 w 765058"/>
              <a:gd name="connsiteY2" fmla="*/ 763665 h 763664"/>
              <a:gd name="connsiteX3" fmla="*/ 0 w 765058"/>
              <a:gd name="connsiteY3" fmla="*/ 381832 h 763664"/>
              <a:gd name="connsiteX4" fmla="*/ 382529 w 765058"/>
              <a:gd name="connsiteY4" fmla="*/ 0 h 763664"/>
              <a:gd name="connsiteX5" fmla="*/ 542663 w 765058"/>
              <a:gd name="connsiteY5" fmla="*/ 442709 h 763664"/>
              <a:gd name="connsiteX6" fmla="*/ 538170 w 765058"/>
              <a:gd name="connsiteY6" fmla="*/ 453011 h 763664"/>
              <a:gd name="connsiteX7" fmla="*/ 515083 w 765058"/>
              <a:gd name="connsiteY7" fmla="*/ 487176 h 763664"/>
              <a:gd name="connsiteX8" fmla="*/ 386339 w 765058"/>
              <a:gd name="connsiteY8" fmla="*/ 538674 h 763664"/>
              <a:gd name="connsiteX9" fmla="*/ 252495 w 765058"/>
              <a:gd name="connsiteY9" fmla="*/ 489570 h 763664"/>
              <a:gd name="connsiteX10" fmla="*/ 222623 w 765058"/>
              <a:gd name="connsiteY10" fmla="*/ 456420 h 763664"/>
              <a:gd name="connsiteX11" fmla="*/ 216036 w 765058"/>
              <a:gd name="connsiteY11" fmla="*/ 446330 h 763664"/>
              <a:gd name="connsiteX12" fmla="*/ 214776 w 765058"/>
              <a:gd name="connsiteY12" fmla="*/ 444117 h 763664"/>
              <a:gd name="connsiteX13" fmla="*/ 214715 w 765058"/>
              <a:gd name="connsiteY13" fmla="*/ 443981 h 763664"/>
              <a:gd name="connsiteX14" fmla="*/ 214746 w 765058"/>
              <a:gd name="connsiteY14" fmla="*/ 444103 h 763664"/>
              <a:gd name="connsiteX15" fmla="*/ 214791 w 765058"/>
              <a:gd name="connsiteY15" fmla="*/ 444163 h 763664"/>
              <a:gd name="connsiteX16" fmla="*/ 214807 w 765058"/>
              <a:gd name="connsiteY16" fmla="*/ 444193 h 763664"/>
              <a:gd name="connsiteX17" fmla="*/ 209980 w 765058"/>
              <a:gd name="connsiteY17" fmla="*/ 447193 h 763664"/>
              <a:gd name="connsiteX18" fmla="*/ 142147 w 765058"/>
              <a:gd name="connsiteY18" fmla="*/ 488464 h 763664"/>
              <a:gd name="connsiteX19" fmla="*/ 137320 w 765058"/>
              <a:gd name="connsiteY19" fmla="*/ 491449 h 763664"/>
              <a:gd name="connsiteX20" fmla="*/ 137335 w 765058"/>
              <a:gd name="connsiteY20" fmla="*/ 491494 h 763664"/>
              <a:gd name="connsiteX21" fmla="*/ 137396 w 765058"/>
              <a:gd name="connsiteY21" fmla="*/ 491600 h 763664"/>
              <a:gd name="connsiteX22" fmla="*/ 137517 w 765058"/>
              <a:gd name="connsiteY22" fmla="*/ 491843 h 763664"/>
              <a:gd name="connsiteX23" fmla="*/ 137836 w 765058"/>
              <a:gd name="connsiteY23" fmla="*/ 492479 h 763664"/>
              <a:gd name="connsiteX24" fmla="*/ 138777 w 765058"/>
              <a:gd name="connsiteY24" fmla="*/ 494221 h 763664"/>
              <a:gd name="connsiteX25" fmla="*/ 141813 w 765058"/>
              <a:gd name="connsiteY25" fmla="*/ 499600 h 763664"/>
              <a:gd name="connsiteX26" fmla="*/ 152893 w 765058"/>
              <a:gd name="connsiteY26" fmla="*/ 516630 h 763664"/>
              <a:gd name="connsiteX27" fmla="*/ 197032 w 765058"/>
              <a:gd name="connsiteY27" fmla="*/ 565764 h 763664"/>
              <a:gd name="connsiteX28" fmla="*/ 386339 w 765058"/>
              <a:gd name="connsiteY28" fmla="*/ 636367 h 763664"/>
              <a:gd name="connsiteX29" fmla="*/ 577983 w 765058"/>
              <a:gd name="connsiteY29" fmla="*/ 555931 h 763664"/>
              <a:gd name="connsiteX30" fmla="*/ 616081 w 765058"/>
              <a:gd name="connsiteY30" fmla="*/ 499433 h 763664"/>
              <a:gd name="connsiteX31" fmla="*/ 624535 w 765058"/>
              <a:gd name="connsiteY31" fmla="*/ 479858 h 763664"/>
              <a:gd name="connsiteX32" fmla="*/ 626721 w 765058"/>
              <a:gd name="connsiteY32" fmla="*/ 473631 h 763664"/>
              <a:gd name="connsiteX33" fmla="*/ 627374 w 765058"/>
              <a:gd name="connsiteY33" fmla="*/ 471571 h 763664"/>
              <a:gd name="connsiteX34" fmla="*/ 627602 w 765058"/>
              <a:gd name="connsiteY34" fmla="*/ 470814 h 763664"/>
              <a:gd name="connsiteX35" fmla="*/ 627693 w 765058"/>
              <a:gd name="connsiteY35" fmla="*/ 470526 h 763664"/>
              <a:gd name="connsiteX36" fmla="*/ 627708 w 765058"/>
              <a:gd name="connsiteY36" fmla="*/ 470389 h 763664"/>
              <a:gd name="connsiteX37" fmla="*/ 627738 w 765058"/>
              <a:gd name="connsiteY37" fmla="*/ 470329 h 763664"/>
              <a:gd name="connsiteX38" fmla="*/ 622471 w 765058"/>
              <a:gd name="connsiteY38" fmla="*/ 468465 h 763664"/>
              <a:gd name="connsiteX39" fmla="*/ 548583 w 765058"/>
              <a:gd name="connsiteY39" fmla="*/ 442769 h 763664"/>
              <a:gd name="connsiteX40" fmla="*/ 543315 w 765058"/>
              <a:gd name="connsiteY40" fmla="*/ 440906 h 763664"/>
              <a:gd name="connsiteX41" fmla="*/ 543331 w 765058"/>
              <a:gd name="connsiteY41" fmla="*/ 440845 h 763664"/>
              <a:gd name="connsiteX42" fmla="*/ 543360 w 765058"/>
              <a:gd name="connsiteY42" fmla="*/ 440754 h 763664"/>
              <a:gd name="connsiteX43" fmla="*/ 543407 w 765058"/>
              <a:gd name="connsiteY43" fmla="*/ 440587 h 763664"/>
              <a:gd name="connsiteX44" fmla="*/ 542663 w 765058"/>
              <a:gd name="connsiteY44" fmla="*/ 442709 h 763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64">
                <a:moveTo>
                  <a:pt x="382529" y="0"/>
                </a:moveTo>
                <a:cubicBezTo>
                  <a:pt x="593799" y="0"/>
                  <a:pt x="765058" y="170962"/>
                  <a:pt x="765058" y="381832"/>
                </a:cubicBezTo>
                <a:cubicBezTo>
                  <a:pt x="765058" y="592717"/>
                  <a:pt x="593799" y="763665"/>
                  <a:pt x="382529" y="763665"/>
                </a:cubicBezTo>
                <a:cubicBezTo>
                  <a:pt x="171274" y="763665"/>
                  <a:pt x="0" y="592717"/>
                  <a:pt x="0" y="381832"/>
                </a:cubicBezTo>
                <a:cubicBezTo>
                  <a:pt x="0" y="170962"/>
                  <a:pt x="171274" y="0"/>
                  <a:pt x="382529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11"/>
                </a:cubicBezTo>
                <a:cubicBezTo>
                  <a:pt x="533723" y="462117"/>
                  <a:pt x="526361" y="474616"/>
                  <a:pt x="515083" y="487176"/>
                </a:cubicBezTo>
                <a:cubicBezTo>
                  <a:pt x="493409" y="511327"/>
                  <a:pt x="454779" y="538674"/>
                  <a:pt x="386339" y="538674"/>
                </a:cubicBezTo>
                <a:cubicBezTo>
                  <a:pt x="322650" y="538674"/>
                  <a:pt x="279634" y="513630"/>
                  <a:pt x="252495" y="489570"/>
                </a:cubicBezTo>
                <a:cubicBezTo>
                  <a:pt x="238712" y="477358"/>
                  <a:pt x="228877" y="465238"/>
                  <a:pt x="222623" y="456420"/>
                </a:cubicBezTo>
                <a:cubicBezTo>
                  <a:pt x="219512" y="452026"/>
                  <a:pt x="217326" y="448527"/>
                  <a:pt x="216036" y="446330"/>
                </a:cubicBezTo>
                <a:cubicBezTo>
                  <a:pt x="215399" y="445239"/>
                  <a:pt x="214989" y="444497"/>
                  <a:pt x="214776" y="444117"/>
                </a:cubicBezTo>
                <a:lnTo>
                  <a:pt x="214715" y="443981"/>
                </a:lnTo>
                <a:cubicBezTo>
                  <a:pt x="214731" y="444012"/>
                  <a:pt x="214731" y="444057"/>
                  <a:pt x="214746" y="444103"/>
                </a:cubicBezTo>
                <a:cubicBezTo>
                  <a:pt x="214761" y="444117"/>
                  <a:pt x="214791" y="444148"/>
                  <a:pt x="214791" y="444163"/>
                </a:cubicBezTo>
                <a:lnTo>
                  <a:pt x="214807" y="444193"/>
                </a:lnTo>
                <a:cubicBezTo>
                  <a:pt x="214822" y="444209"/>
                  <a:pt x="214761" y="444269"/>
                  <a:pt x="209980" y="447193"/>
                </a:cubicBezTo>
                <a:lnTo>
                  <a:pt x="142147" y="488464"/>
                </a:lnTo>
                <a:cubicBezTo>
                  <a:pt x="137730" y="491161"/>
                  <a:pt x="137351" y="491403"/>
                  <a:pt x="137320" y="491449"/>
                </a:cubicBezTo>
                <a:cubicBezTo>
                  <a:pt x="137320" y="491449"/>
                  <a:pt x="137320" y="491479"/>
                  <a:pt x="137335" y="491494"/>
                </a:cubicBezTo>
                <a:cubicBezTo>
                  <a:pt x="137351" y="491540"/>
                  <a:pt x="137381" y="491570"/>
                  <a:pt x="137396" y="491600"/>
                </a:cubicBezTo>
                <a:cubicBezTo>
                  <a:pt x="137426" y="491676"/>
                  <a:pt x="137472" y="491752"/>
                  <a:pt x="137517" y="491843"/>
                </a:cubicBezTo>
                <a:cubicBezTo>
                  <a:pt x="137609" y="492025"/>
                  <a:pt x="137715" y="492237"/>
                  <a:pt x="137836" y="492479"/>
                </a:cubicBezTo>
                <a:cubicBezTo>
                  <a:pt x="138079" y="492949"/>
                  <a:pt x="138398" y="493540"/>
                  <a:pt x="138777" y="494221"/>
                </a:cubicBezTo>
                <a:cubicBezTo>
                  <a:pt x="139521" y="495600"/>
                  <a:pt x="140523" y="497418"/>
                  <a:pt x="141813" y="499600"/>
                </a:cubicBezTo>
                <a:cubicBezTo>
                  <a:pt x="144378" y="503948"/>
                  <a:pt x="148051" y="509797"/>
                  <a:pt x="152893" y="516630"/>
                </a:cubicBezTo>
                <a:cubicBezTo>
                  <a:pt x="162562" y="530250"/>
                  <a:pt x="177058" y="548053"/>
                  <a:pt x="197032" y="565764"/>
                </a:cubicBezTo>
                <a:cubicBezTo>
                  <a:pt x="237407" y="601550"/>
                  <a:pt x="299518" y="636367"/>
                  <a:pt x="386339" y="636367"/>
                </a:cubicBezTo>
                <a:cubicBezTo>
                  <a:pt x="479474" y="636367"/>
                  <a:pt x="540462" y="597748"/>
                  <a:pt x="577983" y="555931"/>
                </a:cubicBezTo>
                <a:cubicBezTo>
                  <a:pt x="596304" y="535538"/>
                  <a:pt x="608431" y="515069"/>
                  <a:pt x="616081" y="499433"/>
                </a:cubicBezTo>
                <a:cubicBezTo>
                  <a:pt x="619921" y="491586"/>
                  <a:pt x="622669" y="484873"/>
                  <a:pt x="624535" y="479858"/>
                </a:cubicBezTo>
                <a:cubicBezTo>
                  <a:pt x="625477" y="477344"/>
                  <a:pt x="626190" y="475238"/>
                  <a:pt x="626721" y="473631"/>
                </a:cubicBezTo>
                <a:cubicBezTo>
                  <a:pt x="626979" y="472813"/>
                  <a:pt x="627207" y="472131"/>
                  <a:pt x="627374" y="471571"/>
                </a:cubicBezTo>
                <a:cubicBezTo>
                  <a:pt x="627465" y="471283"/>
                  <a:pt x="627526" y="471025"/>
                  <a:pt x="627602" y="470814"/>
                </a:cubicBezTo>
                <a:cubicBezTo>
                  <a:pt x="627632" y="470707"/>
                  <a:pt x="627662" y="470617"/>
                  <a:pt x="627693" y="470526"/>
                </a:cubicBezTo>
                <a:cubicBezTo>
                  <a:pt x="627693" y="470480"/>
                  <a:pt x="627708" y="470434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3" y="442769"/>
                </a:lnTo>
                <a:cubicBezTo>
                  <a:pt x="543649" y="441042"/>
                  <a:pt x="543331" y="440921"/>
                  <a:pt x="543315" y="440906"/>
                </a:cubicBezTo>
                <a:cubicBezTo>
                  <a:pt x="543315" y="440891"/>
                  <a:pt x="543331" y="440860"/>
                  <a:pt x="543331" y="440845"/>
                </a:cubicBezTo>
                <a:cubicBezTo>
                  <a:pt x="543331" y="440815"/>
                  <a:pt x="543346" y="440784"/>
                  <a:pt x="543360" y="440754"/>
                </a:cubicBezTo>
                <a:cubicBezTo>
                  <a:pt x="543376" y="440694"/>
                  <a:pt x="543391" y="440633"/>
                  <a:pt x="543407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6" name="Полилиния 155">
            <a:extLst>
              <a:ext uri="{FF2B5EF4-FFF2-40B4-BE49-F238E27FC236}">
                <a16:creationId xmlns:a16="http://schemas.microsoft.com/office/drawing/2014/main" id="{990C14BD-7AE6-E3DA-387B-605F508DD334}"/>
              </a:ext>
            </a:extLst>
          </p:cNvPr>
          <p:cNvSpPr/>
          <p:nvPr/>
        </p:nvSpPr>
        <p:spPr>
          <a:xfrm rot="5400000">
            <a:off x="8687316" y="3795626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3 w 345499"/>
              <a:gd name="connsiteY1" fmla="*/ -13 h 740832"/>
              <a:gd name="connsiteX2" fmla="*/ 345463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3" y="-13"/>
                </a:lnTo>
                <a:lnTo>
                  <a:pt x="345463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7" name="Полилиния 156">
            <a:extLst>
              <a:ext uri="{FF2B5EF4-FFF2-40B4-BE49-F238E27FC236}">
                <a16:creationId xmlns:a16="http://schemas.microsoft.com/office/drawing/2014/main" id="{B3CD90C9-EA98-715F-4E8C-5BDF0FA62E86}"/>
              </a:ext>
            </a:extLst>
          </p:cNvPr>
          <p:cNvSpPr/>
          <p:nvPr/>
        </p:nvSpPr>
        <p:spPr>
          <a:xfrm rot="5400000">
            <a:off x="8687316" y="4217123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3 w 345499"/>
              <a:gd name="connsiteY1" fmla="*/ -13 h 740832"/>
              <a:gd name="connsiteX2" fmla="*/ 345463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3" y="-13"/>
                </a:lnTo>
                <a:lnTo>
                  <a:pt x="345463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8" name="Полилиния 157">
            <a:extLst>
              <a:ext uri="{FF2B5EF4-FFF2-40B4-BE49-F238E27FC236}">
                <a16:creationId xmlns:a16="http://schemas.microsoft.com/office/drawing/2014/main" id="{7F077B32-1AD9-3395-DBA4-45DF0BBC73CD}"/>
              </a:ext>
            </a:extLst>
          </p:cNvPr>
          <p:cNvSpPr/>
          <p:nvPr/>
        </p:nvSpPr>
        <p:spPr>
          <a:xfrm>
            <a:off x="9459140" y="4006394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09 h 740695"/>
              <a:gd name="connsiteX2" fmla="*/ 1484809 w 1484930"/>
              <a:gd name="connsiteY2" fmla="*/ 379984 h 740695"/>
              <a:gd name="connsiteX3" fmla="*/ 1137296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4 h 740695"/>
              <a:gd name="connsiteX6" fmla="*/ 742093 w 1484930"/>
              <a:gd name="connsiteY6" fmla="*/ 495176 h 740695"/>
              <a:gd name="connsiteX7" fmla="*/ 585496 w 1484930"/>
              <a:gd name="connsiteY7" fmla="*/ 646609 h 740695"/>
              <a:gd name="connsiteX8" fmla="*/ 377642 w 1484930"/>
              <a:gd name="connsiteY8" fmla="*/ 740514 h 740695"/>
              <a:gd name="connsiteX9" fmla="*/ 370827 w 1484930"/>
              <a:gd name="connsiteY9" fmla="*/ 740635 h 740695"/>
              <a:gd name="connsiteX10" fmla="*/ 121 w 1484930"/>
              <a:gd name="connsiteY10" fmla="*/ 382333 h 740695"/>
              <a:gd name="connsiteX11" fmla="*/ 0 w 1484930"/>
              <a:gd name="connsiteY11" fmla="*/ 372757 h 740695"/>
              <a:gd name="connsiteX12" fmla="*/ 370766 w 1484930"/>
              <a:gd name="connsiteY12" fmla="*/ 379 h 740695"/>
              <a:gd name="connsiteX13" fmla="*/ 377566 w 1484930"/>
              <a:gd name="connsiteY13" fmla="*/ 500 h 740695"/>
              <a:gd name="connsiteX14" fmla="*/ 585876 w 1484930"/>
              <a:gd name="connsiteY14" fmla="*/ 97860 h 740695"/>
              <a:gd name="connsiteX15" fmla="*/ 742837 w 1484930"/>
              <a:gd name="connsiteY15" fmla="*/ 248171 h 740695"/>
              <a:gd name="connsiteX16" fmla="*/ 899494 w 1484930"/>
              <a:gd name="connsiteY16" fmla="*/ 96738 h 740695"/>
              <a:gd name="connsiteX17" fmla="*/ 1114104 w 1484930"/>
              <a:gd name="connsiteY17" fmla="*/ 0 h 740695"/>
              <a:gd name="connsiteX18" fmla="*/ 382894 w 1484930"/>
              <a:gd name="connsiteY18" fmla="*/ 180826 h 740695"/>
              <a:gd name="connsiteX19" fmla="*/ 196729 w 1484930"/>
              <a:gd name="connsiteY19" fmla="*/ 372817 h 740695"/>
              <a:gd name="connsiteX20" fmla="*/ 196729 w 1484930"/>
              <a:gd name="connsiteY20" fmla="*/ 377757 h 740695"/>
              <a:gd name="connsiteX21" fmla="*/ 382894 w 1484930"/>
              <a:gd name="connsiteY21" fmla="*/ 564749 h 740695"/>
              <a:gd name="connsiteX22" fmla="*/ 387280 w 1484930"/>
              <a:gd name="connsiteY22" fmla="*/ 564628 h 740695"/>
              <a:gd name="connsiteX23" fmla="*/ 469472 w 1484930"/>
              <a:gd name="connsiteY23" fmla="*/ 534993 h 740695"/>
              <a:gd name="connsiteX24" fmla="*/ 554517 w 1484930"/>
              <a:gd name="connsiteY24" fmla="*/ 464435 h 740695"/>
              <a:gd name="connsiteX25" fmla="*/ 635282 w 1484930"/>
              <a:gd name="connsiteY25" fmla="*/ 372817 h 740695"/>
              <a:gd name="connsiteX26" fmla="*/ 620194 w 1484930"/>
              <a:gd name="connsiteY26" fmla="*/ 353864 h 740695"/>
              <a:gd name="connsiteX27" fmla="*/ 555018 w 1484930"/>
              <a:gd name="connsiteY27" fmla="*/ 281639 h 740695"/>
              <a:gd name="connsiteX28" fmla="*/ 469790 w 1484930"/>
              <a:gd name="connsiteY28" fmla="*/ 210764 h 740695"/>
              <a:gd name="connsiteX29" fmla="*/ 387340 w 1484930"/>
              <a:gd name="connsiteY29" fmla="*/ 180947 h 740695"/>
              <a:gd name="connsiteX30" fmla="*/ 382894 w 1484930"/>
              <a:gd name="connsiteY30" fmla="*/ 180826 h 740695"/>
              <a:gd name="connsiteX31" fmla="*/ 1102052 w 1484930"/>
              <a:gd name="connsiteY31" fmla="*/ 178598 h 740695"/>
              <a:gd name="connsiteX32" fmla="*/ 1015397 w 1484930"/>
              <a:gd name="connsiteY32" fmla="*/ 208416 h 740695"/>
              <a:gd name="connsiteX33" fmla="*/ 930291 w 1484930"/>
              <a:gd name="connsiteY33" fmla="*/ 279049 h 740695"/>
              <a:gd name="connsiteX34" fmla="*/ 865116 w 1484930"/>
              <a:gd name="connsiteY34" fmla="*/ 351212 h 740695"/>
              <a:gd name="connsiteX35" fmla="*/ 849648 w 1484930"/>
              <a:gd name="connsiteY35" fmla="*/ 370590 h 740695"/>
              <a:gd name="connsiteX36" fmla="*/ 930231 w 1484930"/>
              <a:gd name="connsiteY36" fmla="*/ 462026 h 740695"/>
              <a:gd name="connsiteX37" fmla="*/ 1015337 w 1484930"/>
              <a:gd name="connsiteY37" fmla="*/ 532705 h 740695"/>
              <a:gd name="connsiteX38" fmla="*/ 1102052 w 1484930"/>
              <a:gd name="connsiteY38" fmla="*/ 562522 h 740695"/>
              <a:gd name="connsiteX39" fmla="*/ 1106985 w 1484930"/>
              <a:gd name="connsiteY39" fmla="*/ 562522 h 740695"/>
              <a:gd name="connsiteX40" fmla="*/ 1288141 w 1484930"/>
              <a:gd name="connsiteY40" fmla="*/ 370530 h 740695"/>
              <a:gd name="connsiteX41" fmla="*/ 1106985 w 1484930"/>
              <a:gd name="connsiteY41" fmla="*/ 178598 h 740695"/>
              <a:gd name="connsiteX42" fmla="*/ 1102052 w 1484930"/>
              <a:gd name="connsiteY42" fmla="*/ 178598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8" y="0"/>
                  <a:pt x="1484930" y="165887"/>
                  <a:pt x="1484930" y="370409"/>
                </a:cubicBezTo>
                <a:lnTo>
                  <a:pt x="1484809" y="379984"/>
                </a:lnTo>
                <a:cubicBezTo>
                  <a:pt x="1479921" y="572339"/>
                  <a:pt x="1328090" y="728969"/>
                  <a:pt x="1137296" y="740696"/>
                </a:cubicBezTo>
                <a:lnTo>
                  <a:pt x="1114104" y="740696"/>
                </a:lnTo>
                <a:cubicBezTo>
                  <a:pt x="1041809" y="740696"/>
                  <a:pt x="965673" y="697668"/>
                  <a:pt x="899070" y="645564"/>
                </a:cubicBezTo>
                <a:cubicBezTo>
                  <a:pt x="839934" y="599323"/>
                  <a:pt x="784958" y="543265"/>
                  <a:pt x="742093" y="495176"/>
                </a:cubicBezTo>
                <a:cubicBezTo>
                  <a:pt x="699244" y="543325"/>
                  <a:pt x="644435" y="599884"/>
                  <a:pt x="585496" y="646609"/>
                </a:cubicBezTo>
                <a:cubicBezTo>
                  <a:pt x="521185" y="697607"/>
                  <a:pt x="447888" y="737848"/>
                  <a:pt x="377642" y="740514"/>
                </a:cubicBezTo>
                <a:lnTo>
                  <a:pt x="370827" y="740635"/>
                </a:lnTo>
                <a:cubicBezTo>
                  <a:pt x="169149" y="740635"/>
                  <a:pt x="5191" y="582339"/>
                  <a:pt x="121" y="382333"/>
                </a:cubicBezTo>
                <a:lnTo>
                  <a:pt x="0" y="372757"/>
                </a:lnTo>
                <a:cubicBezTo>
                  <a:pt x="0" y="168417"/>
                  <a:pt x="165871" y="379"/>
                  <a:pt x="370766" y="379"/>
                </a:cubicBezTo>
                <a:lnTo>
                  <a:pt x="377566" y="500"/>
                </a:lnTo>
                <a:cubicBezTo>
                  <a:pt x="447828" y="3091"/>
                  <a:pt x="521307" y="47362"/>
                  <a:pt x="585876" y="97860"/>
                </a:cubicBezTo>
                <a:cubicBezTo>
                  <a:pt x="644996" y="144100"/>
                  <a:pt x="699912" y="200143"/>
                  <a:pt x="742837" y="248171"/>
                </a:cubicBezTo>
                <a:cubicBezTo>
                  <a:pt x="785701" y="200022"/>
                  <a:pt x="840496" y="143479"/>
                  <a:pt x="899494" y="96738"/>
                </a:cubicBezTo>
                <a:cubicBezTo>
                  <a:pt x="965855" y="44029"/>
                  <a:pt x="1041809" y="0"/>
                  <a:pt x="1114104" y="0"/>
                </a:cubicBezTo>
                <a:close/>
                <a:moveTo>
                  <a:pt x="382894" y="180826"/>
                </a:moveTo>
                <a:cubicBezTo>
                  <a:pt x="276704" y="180826"/>
                  <a:pt x="196729" y="266761"/>
                  <a:pt x="196729" y="372817"/>
                </a:cubicBezTo>
                <a:lnTo>
                  <a:pt x="196729" y="377757"/>
                </a:lnTo>
                <a:cubicBezTo>
                  <a:pt x="199461" y="481465"/>
                  <a:pt x="278313" y="564749"/>
                  <a:pt x="382894" y="564749"/>
                </a:cubicBezTo>
                <a:lnTo>
                  <a:pt x="387280" y="564628"/>
                </a:lnTo>
                <a:cubicBezTo>
                  <a:pt x="409487" y="563401"/>
                  <a:pt x="441589" y="552901"/>
                  <a:pt x="469472" y="534993"/>
                </a:cubicBezTo>
                <a:cubicBezTo>
                  <a:pt x="498858" y="516160"/>
                  <a:pt x="528167" y="490616"/>
                  <a:pt x="554517" y="464435"/>
                </a:cubicBezTo>
                <a:cubicBezTo>
                  <a:pt x="590885" y="428254"/>
                  <a:pt x="620437" y="391832"/>
                  <a:pt x="635282" y="372817"/>
                </a:cubicBezTo>
                <a:cubicBezTo>
                  <a:pt x="631275" y="367636"/>
                  <a:pt x="626190" y="361212"/>
                  <a:pt x="620194" y="353864"/>
                </a:cubicBezTo>
                <a:cubicBezTo>
                  <a:pt x="603999" y="334107"/>
                  <a:pt x="581292" y="307821"/>
                  <a:pt x="555018" y="281639"/>
                </a:cubicBezTo>
                <a:cubicBezTo>
                  <a:pt x="528668" y="255338"/>
                  <a:pt x="499282" y="229718"/>
                  <a:pt x="469790" y="210764"/>
                </a:cubicBezTo>
                <a:cubicBezTo>
                  <a:pt x="441771" y="192734"/>
                  <a:pt x="409608" y="182189"/>
                  <a:pt x="387340" y="180947"/>
                </a:cubicBezTo>
                <a:lnTo>
                  <a:pt x="382894" y="180826"/>
                </a:lnTo>
                <a:close/>
                <a:moveTo>
                  <a:pt x="1102052" y="178598"/>
                </a:moveTo>
                <a:cubicBezTo>
                  <a:pt x="1078859" y="178598"/>
                  <a:pt x="1045209" y="189280"/>
                  <a:pt x="1015397" y="208416"/>
                </a:cubicBezTo>
                <a:cubicBezTo>
                  <a:pt x="985952" y="227308"/>
                  <a:pt x="956642" y="252868"/>
                  <a:pt x="930291" y="279049"/>
                </a:cubicBezTo>
                <a:cubicBezTo>
                  <a:pt x="904078" y="305154"/>
                  <a:pt x="881310" y="331395"/>
                  <a:pt x="865116" y="351212"/>
                </a:cubicBezTo>
                <a:cubicBezTo>
                  <a:pt x="858922" y="358743"/>
                  <a:pt x="853732" y="365288"/>
                  <a:pt x="849648" y="370590"/>
                </a:cubicBezTo>
                <a:cubicBezTo>
                  <a:pt x="864432" y="389605"/>
                  <a:pt x="893924" y="425906"/>
                  <a:pt x="930231" y="462026"/>
                </a:cubicBezTo>
                <a:cubicBezTo>
                  <a:pt x="956581" y="488267"/>
                  <a:pt x="985891" y="513827"/>
                  <a:pt x="1015337" y="532705"/>
                </a:cubicBezTo>
                <a:cubicBezTo>
                  <a:pt x="1045209" y="551856"/>
                  <a:pt x="1078920" y="562522"/>
                  <a:pt x="1102052" y="562522"/>
                </a:cubicBezTo>
                <a:lnTo>
                  <a:pt x="1106985" y="562522"/>
                </a:lnTo>
                <a:cubicBezTo>
                  <a:pt x="1210897" y="559810"/>
                  <a:pt x="1288141" y="474935"/>
                  <a:pt x="1288141" y="370530"/>
                </a:cubicBezTo>
                <a:cubicBezTo>
                  <a:pt x="1288141" y="266140"/>
                  <a:pt x="1210897" y="181204"/>
                  <a:pt x="1106985" y="178598"/>
                </a:cubicBezTo>
                <a:lnTo>
                  <a:pt x="1102052" y="1785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9" name="Полилиния 158">
            <a:extLst>
              <a:ext uri="{FF2B5EF4-FFF2-40B4-BE49-F238E27FC236}">
                <a16:creationId xmlns:a16="http://schemas.microsoft.com/office/drawing/2014/main" id="{D49912DD-B640-08E6-08A2-CC4096284E2F}"/>
              </a:ext>
            </a:extLst>
          </p:cNvPr>
          <p:cNvSpPr/>
          <p:nvPr/>
        </p:nvSpPr>
        <p:spPr>
          <a:xfrm rot="5400000">
            <a:off x="360003" y="3795626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60" name="Полилиния 159">
            <a:extLst>
              <a:ext uri="{FF2B5EF4-FFF2-40B4-BE49-F238E27FC236}">
                <a16:creationId xmlns:a16="http://schemas.microsoft.com/office/drawing/2014/main" id="{4D5C79C0-E6D3-07C9-981C-8D6F8E587BE4}"/>
              </a:ext>
            </a:extLst>
          </p:cNvPr>
          <p:cNvSpPr/>
          <p:nvPr/>
        </p:nvSpPr>
        <p:spPr>
          <a:xfrm rot="5400000">
            <a:off x="360003" y="4217123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61" name="Полилиния 160">
            <a:extLst>
              <a:ext uri="{FF2B5EF4-FFF2-40B4-BE49-F238E27FC236}">
                <a16:creationId xmlns:a16="http://schemas.microsoft.com/office/drawing/2014/main" id="{A4BC2D8A-C227-BDB8-B6EB-8E1720A57072}"/>
              </a:ext>
            </a:extLst>
          </p:cNvPr>
          <p:cNvSpPr/>
          <p:nvPr/>
        </p:nvSpPr>
        <p:spPr>
          <a:xfrm>
            <a:off x="1131821" y="4006394"/>
            <a:ext cx="1484931" cy="740695"/>
          </a:xfrm>
          <a:custGeom>
            <a:avLst/>
            <a:gdLst>
              <a:gd name="connsiteX0" fmla="*/ 1114105 w 1484931"/>
              <a:gd name="connsiteY0" fmla="*/ 0 h 740695"/>
              <a:gd name="connsiteX1" fmla="*/ 1484932 w 1484931"/>
              <a:gd name="connsiteY1" fmla="*/ 370409 h 740695"/>
              <a:gd name="connsiteX2" fmla="*/ 1484810 w 1484931"/>
              <a:gd name="connsiteY2" fmla="*/ 379984 h 740695"/>
              <a:gd name="connsiteX3" fmla="*/ 1137298 w 1484931"/>
              <a:gd name="connsiteY3" fmla="*/ 740696 h 740695"/>
              <a:gd name="connsiteX4" fmla="*/ 1114105 w 1484931"/>
              <a:gd name="connsiteY4" fmla="*/ 740696 h 740695"/>
              <a:gd name="connsiteX5" fmla="*/ 899071 w 1484931"/>
              <a:gd name="connsiteY5" fmla="*/ 645564 h 740695"/>
              <a:gd name="connsiteX6" fmla="*/ 742095 w 1484931"/>
              <a:gd name="connsiteY6" fmla="*/ 495176 h 740695"/>
              <a:gd name="connsiteX7" fmla="*/ 585498 w 1484931"/>
              <a:gd name="connsiteY7" fmla="*/ 646609 h 740695"/>
              <a:gd name="connsiteX8" fmla="*/ 377636 w 1484931"/>
              <a:gd name="connsiteY8" fmla="*/ 740514 h 740695"/>
              <a:gd name="connsiteX9" fmla="*/ 370833 w 1484931"/>
              <a:gd name="connsiteY9" fmla="*/ 740635 h 740695"/>
              <a:gd name="connsiteX10" fmla="*/ 123 w 1484931"/>
              <a:gd name="connsiteY10" fmla="*/ 382333 h 740695"/>
              <a:gd name="connsiteX11" fmla="*/ 0 w 1484931"/>
              <a:gd name="connsiteY11" fmla="*/ 372757 h 740695"/>
              <a:gd name="connsiteX12" fmla="*/ 370770 w 1484931"/>
              <a:gd name="connsiteY12" fmla="*/ 379 h 740695"/>
              <a:gd name="connsiteX13" fmla="*/ 377573 w 1484931"/>
              <a:gd name="connsiteY13" fmla="*/ 500 h 740695"/>
              <a:gd name="connsiteX14" fmla="*/ 585877 w 1484931"/>
              <a:gd name="connsiteY14" fmla="*/ 97860 h 740695"/>
              <a:gd name="connsiteX15" fmla="*/ 742839 w 1484931"/>
              <a:gd name="connsiteY15" fmla="*/ 248171 h 740695"/>
              <a:gd name="connsiteX16" fmla="*/ 899496 w 1484931"/>
              <a:gd name="connsiteY16" fmla="*/ 96738 h 740695"/>
              <a:gd name="connsiteX17" fmla="*/ 1114105 w 1484931"/>
              <a:gd name="connsiteY17" fmla="*/ 0 h 740695"/>
              <a:gd name="connsiteX18" fmla="*/ 382892 w 1484931"/>
              <a:gd name="connsiteY18" fmla="*/ 180826 h 740695"/>
              <a:gd name="connsiteX19" fmla="*/ 196733 w 1484931"/>
              <a:gd name="connsiteY19" fmla="*/ 372817 h 740695"/>
              <a:gd name="connsiteX20" fmla="*/ 196733 w 1484931"/>
              <a:gd name="connsiteY20" fmla="*/ 377757 h 740695"/>
              <a:gd name="connsiteX21" fmla="*/ 382892 w 1484931"/>
              <a:gd name="connsiteY21" fmla="*/ 564749 h 740695"/>
              <a:gd name="connsiteX22" fmla="*/ 387283 w 1484931"/>
              <a:gd name="connsiteY22" fmla="*/ 564628 h 740695"/>
              <a:gd name="connsiteX23" fmla="*/ 469478 w 1484931"/>
              <a:gd name="connsiteY23" fmla="*/ 534993 h 740695"/>
              <a:gd name="connsiteX24" fmla="*/ 554519 w 1484931"/>
              <a:gd name="connsiteY24" fmla="*/ 464435 h 740695"/>
              <a:gd name="connsiteX25" fmla="*/ 635284 w 1484931"/>
              <a:gd name="connsiteY25" fmla="*/ 372817 h 740695"/>
              <a:gd name="connsiteX26" fmla="*/ 620196 w 1484931"/>
              <a:gd name="connsiteY26" fmla="*/ 353864 h 740695"/>
              <a:gd name="connsiteX27" fmla="*/ 555019 w 1484931"/>
              <a:gd name="connsiteY27" fmla="*/ 281639 h 740695"/>
              <a:gd name="connsiteX28" fmla="*/ 469788 w 1484931"/>
              <a:gd name="connsiteY28" fmla="*/ 210764 h 740695"/>
              <a:gd name="connsiteX29" fmla="*/ 387345 w 1484931"/>
              <a:gd name="connsiteY29" fmla="*/ 180947 h 740695"/>
              <a:gd name="connsiteX30" fmla="*/ 382892 w 1484931"/>
              <a:gd name="connsiteY30" fmla="*/ 180826 h 740695"/>
              <a:gd name="connsiteX31" fmla="*/ 1102053 w 1484931"/>
              <a:gd name="connsiteY31" fmla="*/ 178598 h 740695"/>
              <a:gd name="connsiteX32" fmla="*/ 1015399 w 1484931"/>
              <a:gd name="connsiteY32" fmla="*/ 208416 h 740695"/>
              <a:gd name="connsiteX33" fmla="*/ 930293 w 1484931"/>
              <a:gd name="connsiteY33" fmla="*/ 279049 h 740695"/>
              <a:gd name="connsiteX34" fmla="*/ 865117 w 1484931"/>
              <a:gd name="connsiteY34" fmla="*/ 351212 h 740695"/>
              <a:gd name="connsiteX35" fmla="*/ 849650 w 1484931"/>
              <a:gd name="connsiteY35" fmla="*/ 370590 h 740695"/>
              <a:gd name="connsiteX36" fmla="*/ 930233 w 1484931"/>
              <a:gd name="connsiteY36" fmla="*/ 462026 h 740695"/>
              <a:gd name="connsiteX37" fmla="*/ 1015339 w 1484931"/>
              <a:gd name="connsiteY37" fmla="*/ 532705 h 740695"/>
              <a:gd name="connsiteX38" fmla="*/ 1102053 w 1484931"/>
              <a:gd name="connsiteY38" fmla="*/ 562522 h 740695"/>
              <a:gd name="connsiteX39" fmla="*/ 1106986 w 1484931"/>
              <a:gd name="connsiteY39" fmla="*/ 562522 h 740695"/>
              <a:gd name="connsiteX40" fmla="*/ 1288142 w 1484931"/>
              <a:gd name="connsiteY40" fmla="*/ 370530 h 740695"/>
              <a:gd name="connsiteX41" fmla="*/ 1106986 w 1484931"/>
              <a:gd name="connsiteY41" fmla="*/ 178598 h 740695"/>
              <a:gd name="connsiteX42" fmla="*/ 1102053 w 1484931"/>
              <a:gd name="connsiteY42" fmla="*/ 178598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1" h="740695">
                <a:moveTo>
                  <a:pt x="1114105" y="0"/>
                </a:moveTo>
                <a:cubicBezTo>
                  <a:pt x="1319000" y="0"/>
                  <a:pt x="1484932" y="165887"/>
                  <a:pt x="1484932" y="370409"/>
                </a:cubicBezTo>
                <a:lnTo>
                  <a:pt x="1484810" y="379984"/>
                </a:lnTo>
                <a:cubicBezTo>
                  <a:pt x="1479923" y="572339"/>
                  <a:pt x="1328092" y="728969"/>
                  <a:pt x="1137298" y="740696"/>
                </a:cubicBezTo>
                <a:lnTo>
                  <a:pt x="1114105" y="740696"/>
                </a:lnTo>
                <a:cubicBezTo>
                  <a:pt x="1041810" y="740696"/>
                  <a:pt x="965674" y="697668"/>
                  <a:pt x="899071" y="645564"/>
                </a:cubicBezTo>
                <a:cubicBezTo>
                  <a:pt x="839936" y="599323"/>
                  <a:pt x="784959" y="543265"/>
                  <a:pt x="742095" y="495176"/>
                </a:cubicBezTo>
                <a:cubicBezTo>
                  <a:pt x="699246" y="543325"/>
                  <a:pt x="644436" y="599884"/>
                  <a:pt x="585498" y="646609"/>
                </a:cubicBezTo>
                <a:cubicBezTo>
                  <a:pt x="521182" y="697607"/>
                  <a:pt x="447894" y="737848"/>
                  <a:pt x="377636" y="740514"/>
                </a:cubicBezTo>
                <a:lnTo>
                  <a:pt x="370833" y="740635"/>
                </a:lnTo>
                <a:cubicBezTo>
                  <a:pt x="169151" y="740635"/>
                  <a:pt x="5194" y="582339"/>
                  <a:pt x="123" y="382333"/>
                </a:cubicBezTo>
                <a:lnTo>
                  <a:pt x="0" y="372757"/>
                </a:lnTo>
                <a:cubicBezTo>
                  <a:pt x="0" y="168417"/>
                  <a:pt x="165872" y="379"/>
                  <a:pt x="370770" y="379"/>
                </a:cubicBezTo>
                <a:lnTo>
                  <a:pt x="377573" y="500"/>
                </a:lnTo>
                <a:cubicBezTo>
                  <a:pt x="447832" y="3091"/>
                  <a:pt x="521305" y="47362"/>
                  <a:pt x="585877" y="97860"/>
                </a:cubicBezTo>
                <a:cubicBezTo>
                  <a:pt x="644998" y="144100"/>
                  <a:pt x="699914" y="200143"/>
                  <a:pt x="742839" y="248171"/>
                </a:cubicBezTo>
                <a:cubicBezTo>
                  <a:pt x="785703" y="200022"/>
                  <a:pt x="840497" y="143479"/>
                  <a:pt x="899496" y="96738"/>
                </a:cubicBezTo>
                <a:cubicBezTo>
                  <a:pt x="965856" y="44029"/>
                  <a:pt x="1041810" y="0"/>
                  <a:pt x="1114105" y="0"/>
                </a:cubicBezTo>
                <a:close/>
                <a:moveTo>
                  <a:pt x="382892" y="180826"/>
                </a:moveTo>
                <a:cubicBezTo>
                  <a:pt x="276702" y="180826"/>
                  <a:pt x="196733" y="266761"/>
                  <a:pt x="196733" y="372817"/>
                </a:cubicBezTo>
                <a:lnTo>
                  <a:pt x="196733" y="377757"/>
                </a:lnTo>
                <a:cubicBezTo>
                  <a:pt x="199455" y="481465"/>
                  <a:pt x="278310" y="564749"/>
                  <a:pt x="382892" y="564749"/>
                </a:cubicBezTo>
                <a:lnTo>
                  <a:pt x="387283" y="564628"/>
                </a:lnTo>
                <a:cubicBezTo>
                  <a:pt x="409486" y="563401"/>
                  <a:pt x="441586" y="552901"/>
                  <a:pt x="469478" y="534993"/>
                </a:cubicBezTo>
                <a:cubicBezTo>
                  <a:pt x="498856" y="516160"/>
                  <a:pt x="528170" y="490616"/>
                  <a:pt x="554519" y="464435"/>
                </a:cubicBezTo>
                <a:cubicBezTo>
                  <a:pt x="590886" y="428254"/>
                  <a:pt x="620439" y="391832"/>
                  <a:pt x="635284" y="372817"/>
                </a:cubicBezTo>
                <a:cubicBezTo>
                  <a:pt x="631276" y="367636"/>
                  <a:pt x="626192" y="361212"/>
                  <a:pt x="620196" y="353864"/>
                </a:cubicBezTo>
                <a:cubicBezTo>
                  <a:pt x="604001" y="334107"/>
                  <a:pt x="581294" y="307821"/>
                  <a:pt x="555019" y="281639"/>
                </a:cubicBezTo>
                <a:cubicBezTo>
                  <a:pt x="528665" y="255338"/>
                  <a:pt x="499288" y="229718"/>
                  <a:pt x="469788" y="210764"/>
                </a:cubicBezTo>
                <a:cubicBezTo>
                  <a:pt x="441771" y="192734"/>
                  <a:pt x="409611" y="182189"/>
                  <a:pt x="387345" y="180947"/>
                </a:cubicBezTo>
                <a:lnTo>
                  <a:pt x="382892" y="180826"/>
                </a:lnTo>
                <a:close/>
                <a:moveTo>
                  <a:pt x="1102053" y="178598"/>
                </a:moveTo>
                <a:cubicBezTo>
                  <a:pt x="1078861" y="178598"/>
                  <a:pt x="1045210" y="189280"/>
                  <a:pt x="1015399" y="208416"/>
                </a:cubicBezTo>
                <a:cubicBezTo>
                  <a:pt x="985953" y="227308"/>
                  <a:pt x="956643" y="252868"/>
                  <a:pt x="930293" y="279049"/>
                </a:cubicBezTo>
                <a:cubicBezTo>
                  <a:pt x="904080" y="305154"/>
                  <a:pt x="881312" y="331395"/>
                  <a:pt x="865117" y="351212"/>
                </a:cubicBezTo>
                <a:cubicBezTo>
                  <a:pt x="858924" y="358743"/>
                  <a:pt x="853733" y="365288"/>
                  <a:pt x="849650" y="370590"/>
                </a:cubicBezTo>
                <a:cubicBezTo>
                  <a:pt x="864434" y="389605"/>
                  <a:pt x="893926" y="425906"/>
                  <a:pt x="930233" y="462026"/>
                </a:cubicBezTo>
                <a:cubicBezTo>
                  <a:pt x="956582" y="488267"/>
                  <a:pt x="985892" y="513827"/>
                  <a:pt x="1015339" y="532705"/>
                </a:cubicBezTo>
                <a:cubicBezTo>
                  <a:pt x="1045210" y="551856"/>
                  <a:pt x="1078921" y="562522"/>
                  <a:pt x="1102053" y="562522"/>
                </a:cubicBezTo>
                <a:lnTo>
                  <a:pt x="1106986" y="562522"/>
                </a:lnTo>
                <a:cubicBezTo>
                  <a:pt x="1210899" y="559810"/>
                  <a:pt x="1288142" y="474935"/>
                  <a:pt x="1288142" y="370530"/>
                </a:cubicBezTo>
                <a:cubicBezTo>
                  <a:pt x="1288142" y="266140"/>
                  <a:pt x="1210899" y="181204"/>
                  <a:pt x="1106986" y="178598"/>
                </a:cubicBezTo>
                <a:lnTo>
                  <a:pt x="1102053" y="1785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62" name="Полилиния 161">
            <a:extLst>
              <a:ext uri="{FF2B5EF4-FFF2-40B4-BE49-F238E27FC236}">
                <a16:creationId xmlns:a16="http://schemas.microsoft.com/office/drawing/2014/main" id="{5DCFC0BA-7D70-9694-36F6-9CC322617C34}"/>
              </a:ext>
            </a:extLst>
          </p:cNvPr>
          <p:cNvSpPr/>
          <p:nvPr/>
        </p:nvSpPr>
        <p:spPr>
          <a:xfrm>
            <a:off x="11171763" y="3996804"/>
            <a:ext cx="744825" cy="760073"/>
          </a:xfrm>
          <a:custGeom>
            <a:avLst/>
            <a:gdLst>
              <a:gd name="connsiteX0" fmla="*/ 371085 w 744825"/>
              <a:gd name="connsiteY0" fmla="*/ 674183 h 760073"/>
              <a:gd name="connsiteX1" fmla="*/ 744825 w 744825"/>
              <a:gd name="connsiteY1" fmla="*/ 417528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59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3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3"/>
                </a:moveTo>
                <a:cubicBezTo>
                  <a:pt x="423951" y="524917"/>
                  <a:pt x="571304" y="417528"/>
                  <a:pt x="744825" y="417528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59" y="760044"/>
                  <a:pt x="351959" y="760013"/>
                  <a:pt x="351959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3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76" name="Текст 47">
            <a:extLst>
              <a:ext uri="{FF2B5EF4-FFF2-40B4-BE49-F238E27FC236}">
                <a16:creationId xmlns:a16="http://schemas.microsoft.com/office/drawing/2014/main" id="{3B013FD3-ED72-A092-F8E8-A42C58F677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6606" y="5881362"/>
            <a:ext cx="8162873" cy="54407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400" b="1" i="0" spc="-100" baseline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ru-RU" dirty="0"/>
              <a:t>Спасибо!</a:t>
            </a:r>
            <a:endParaRPr lang="ru-RS" dirty="0"/>
          </a:p>
        </p:txBody>
      </p:sp>
      <p:sp>
        <p:nvSpPr>
          <p:cNvPr id="177" name="Текст 49">
            <a:extLst>
              <a:ext uri="{FF2B5EF4-FFF2-40B4-BE49-F238E27FC236}">
                <a16:creationId xmlns:a16="http://schemas.microsoft.com/office/drawing/2014/main" id="{BD863901-053A-A18C-FFC4-5EE65DEEB4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88023" y="5834833"/>
            <a:ext cx="3351012" cy="637129"/>
          </a:xfrm>
          <a:prstGeom prst="rect">
            <a:avLst/>
          </a:prstGeom>
        </p:spPr>
        <p:txBody>
          <a:bodyPr anchor="ctr"/>
          <a:lstStyle>
            <a:lvl1pPr marL="0" indent="0" algn="r"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Подзаголовок в одну или несколько строчек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743FEED0-C034-A63F-4AC1-C8C0E60FE683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CB3F082B-9ED3-B270-80B7-9E4884E0F2DE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grpSp>
        <p:nvGrpSpPr>
          <p:cNvPr id="180" name="Группа 179">
            <a:extLst>
              <a:ext uri="{FF2B5EF4-FFF2-40B4-BE49-F238E27FC236}">
                <a16:creationId xmlns:a16="http://schemas.microsoft.com/office/drawing/2014/main" id="{4DE3D8F1-188B-857E-A254-CCDB995BEDE7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181" name="Полилиния 180">
              <a:extLst>
                <a:ext uri="{FF2B5EF4-FFF2-40B4-BE49-F238E27FC236}">
                  <a16:creationId xmlns:a16="http://schemas.microsoft.com/office/drawing/2014/main" id="{5A3E7D4B-250F-EC78-6A69-C2EF3B67A6F6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2" name="Полилиния 181">
              <a:extLst>
                <a:ext uri="{FF2B5EF4-FFF2-40B4-BE49-F238E27FC236}">
                  <a16:creationId xmlns:a16="http://schemas.microsoft.com/office/drawing/2014/main" id="{BD07C48B-704E-524D-2F45-4E1747B782BB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3" name="Полилиния 182">
              <a:extLst>
                <a:ext uri="{FF2B5EF4-FFF2-40B4-BE49-F238E27FC236}">
                  <a16:creationId xmlns:a16="http://schemas.microsoft.com/office/drawing/2014/main" id="{164088AB-C823-8C79-7871-391C8DF6CEBF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4" name="Полилиния 183">
              <a:extLst>
                <a:ext uri="{FF2B5EF4-FFF2-40B4-BE49-F238E27FC236}">
                  <a16:creationId xmlns:a16="http://schemas.microsoft.com/office/drawing/2014/main" id="{563A40E2-5C55-9520-6696-F544C81BB6CC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5" name="Полилиния 184">
              <a:extLst>
                <a:ext uri="{FF2B5EF4-FFF2-40B4-BE49-F238E27FC236}">
                  <a16:creationId xmlns:a16="http://schemas.microsoft.com/office/drawing/2014/main" id="{B6E61D1D-9199-1888-488E-696DA62BEB64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6" name="Полилиния 185">
              <a:extLst>
                <a:ext uri="{FF2B5EF4-FFF2-40B4-BE49-F238E27FC236}">
                  <a16:creationId xmlns:a16="http://schemas.microsoft.com/office/drawing/2014/main" id="{F5728B07-90F3-8BD1-E1A1-F4E904AF1F85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7" name="Полилиния 186">
              <a:extLst>
                <a:ext uri="{FF2B5EF4-FFF2-40B4-BE49-F238E27FC236}">
                  <a16:creationId xmlns:a16="http://schemas.microsoft.com/office/drawing/2014/main" id="{A751CC45-2776-1976-A6F5-4BAA83E4F9E0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8" name="Полилиния 187">
              <a:extLst>
                <a:ext uri="{FF2B5EF4-FFF2-40B4-BE49-F238E27FC236}">
                  <a16:creationId xmlns:a16="http://schemas.microsoft.com/office/drawing/2014/main" id="{112D2401-604F-046C-0F84-5614F5A33EB9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9" name="Полилиния 188">
              <a:extLst>
                <a:ext uri="{FF2B5EF4-FFF2-40B4-BE49-F238E27FC236}">
                  <a16:creationId xmlns:a16="http://schemas.microsoft.com/office/drawing/2014/main" id="{6D700CCE-45D5-4DF6-045A-3E97FF57083B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90" name="Полилиния 189">
              <a:extLst>
                <a:ext uri="{FF2B5EF4-FFF2-40B4-BE49-F238E27FC236}">
                  <a16:creationId xmlns:a16="http://schemas.microsoft.com/office/drawing/2014/main" id="{27DFB698-AD39-C7C5-BFDA-2B20AE3D7A89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91" name="Полилиния 190">
              <a:extLst>
                <a:ext uri="{FF2B5EF4-FFF2-40B4-BE49-F238E27FC236}">
                  <a16:creationId xmlns:a16="http://schemas.microsoft.com/office/drawing/2014/main" id="{57D9F229-7E2E-5CD7-70F8-FD37F90459E7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</p:spTree>
    <p:extLst>
      <p:ext uri="{BB962C8B-B14F-4D97-AF65-F5344CB8AC3E}">
        <p14:creationId xmlns:p14="http://schemas.microsoft.com/office/powerpoint/2010/main" val="9610694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2F9611-F748-4E42-B5FC-BA877794E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9D2260C-1BD9-4038-B737-D075A35942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AD18BA1-2BE5-4BD9-9133-F9DAAC91BB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B7653-23D7-424E-8995-1BED3BBAC358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BCC59E-9D9F-4261-B535-7E3EB26CF7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1F1CBDE-8C16-4D49-BC79-F394892D0C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1104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6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C10974E-30D5-E715-3C79-B1960E905E2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2316" y="5483591"/>
            <a:ext cx="981784" cy="878825"/>
          </a:xfrm>
        </p:spPr>
      </p:pic>
      <p:sp>
        <p:nvSpPr>
          <p:cNvPr id="14" name="Текст 1">
            <a:extLst>
              <a:ext uri="{FF2B5EF4-FFF2-40B4-BE49-F238E27FC236}">
                <a16:creationId xmlns:a16="http://schemas.microsoft.com/office/drawing/2014/main" id="{11C89B85-982E-1DD8-D09F-8598AF9D62A7}"/>
              </a:ext>
            </a:extLst>
          </p:cNvPr>
          <p:cNvSpPr txBox="1">
            <a:spLocks/>
          </p:cNvSpPr>
          <p:nvPr/>
        </p:nvSpPr>
        <p:spPr>
          <a:xfrm>
            <a:off x="259465" y="1452638"/>
            <a:ext cx="11740945" cy="60179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 b="1" i="0" kern="1200" spc="-15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0" dirty="0">
                <a:solidFill>
                  <a:schemeClr val="bg1"/>
                </a:solidFill>
              </a:rPr>
              <a:t>Современная архитектура платформ </a:t>
            </a:r>
            <a:r>
              <a:rPr lang="ru-RU" b="0" dirty="0"/>
              <a:t>данных</a:t>
            </a:r>
            <a:endParaRPr lang="ru-RS" dirty="0"/>
          </a:p>
        </p:txBody>
      </p:sp>
      <p:sp>
        <p:nvSpPr>
          <p:cNvPr id="15" name="Текст 2">
            <a:extLst>
              <a:ext uri="{FF2B5EF4-FFF2-40B4-BE49-F238E27FC236}">
                <a16:creationId xmlns:a16="http://schemas.microsoft.com/office/drawing/2014/main" id="{7D514768-A8B8-1046-DDE3-CA38BE23B922}"/>
              </a:ext>
            </a:extLst>
          </p:cNvPr>
          <p:cNvSpPr txBox="1">
            <a:spLocks/>
          </p:cNvSpPr>
          <p:nvPr/>
        </p:nvSpPr>
        <p:spPr>
          <a:xfrm>
            <a:off x="259085" y="2545167"/>
            <a:ext cx="8205646" cy="81589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Карта источников данных предприятия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AF98EF6-F80E-1849-60AC-792EDE5DF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1</a:t>
            </a:fld>
            <a:endParaRPr lang="ru-RS"/>
          </a:p>
        </p:txBody>
      </p:sp>
      <p:sp>
        <p:nvSpPr>
          <p:cNvPr id="12" name="Текст 4">
            <a:extLst>
              <a:ext uri="{FF2B5EF4-FFF2-40B4-BE49-F238E27FC236}">
                <a16:creationId xmlns:a16="http://schemas.microsoft.com/office/drawing/2014/main" id="{5C364C6C-FA1E-48B4-BD75-D2450E2124F0}"/>
              </a:ext>
            </a:extLst>
          </p:cNvPr>
          <p:cNvSpPr txBox="1">
            <a:spLocks/>
          </p:cNvSpPr>
          <p:nvPr/>
        </p:nvSpPr>
        <p:spPr>
          <a:xfrm>
            <a:off x="1542163" y="5620472"/>
            <a:ext cx="4402828" cy="31379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Владимир Гальбинский</a:t>
            </a:r>
          </a:p>
        </p:txBody>
      </p:sp>
      <p:sp>
        <p:nvSpPr>
          <p:cNvPr id="13" name="Текст 7">
            <a:extLst>
              <a:ext uri="{FF2B5EF4-FFF2-40B4-BE49-F238E27FC236}">
                <a16:creationId xmlns:a16="http://schemas.microsoft.com/office/drawing/2014/main" id="{E1CD5484-8C8F-40A0-B3CF-96EC781C5BD1}"/>
              </a:ext>
            </a:extLst>
          </p:cNvPr>
          <p:cNvSpPr txBox="1">
            <a:spLocks/>
          </p:cNvSpPr>
          <p:nvPr/>
        </p:nvSpPr>
        <p:spPr>
          <a:xfrm>
            <a:off x="1542163" y="5923004"/>
            <a:ext cx="4402828" cy="313798"/>
          </a:xfrm>
          <a:prstGeom prst="rect">
            <a:avLst/>
          </a:prstGeom>
        </p:spPr>
        <p:txBody>
          <a:bodyPr/>
          <a:lstStyle>
            <a:lvl1pPr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ru-RU" dirty="0"/>
              <a:t>Главный разработчик (инженер данных)</a:t>
            </a:r>
            <a:endParaRPr lang="ru-RS" dirty="0"/>
          </a:p>
        </p:txBody>
      </p:sp>
    </p:spTree>
    <p:extLst>
      <p:ext uri="{BB962C8B-B14F-4D97-AF65-F5344CB8AC3E}">
        <p14:creationId xmlns:p14="http://schemas.microsoft.com/office/powerpoint/2010/main" val="3347687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A9B9C56-EBD6-CA00-D176-FE5481C866C2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2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ED4902FC-D6A8-F823-135A-3F7BA0CB87AC}"/>
              </a:ext>
            </a:extLst>
          </p:cNvPr>
          <p:cNvSpPr txBox="1">
            <a:spLocks/>
          </p:cNvSpPr>
          <p:nvPr/>
        </p:nvSpPr>
        <p:spPr>
          <a:xfrm>
            <a:off x="259087" y="983031"/>
            <a:ext cx="6162978" cy="6241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Вводная</a:t>
            </a:r>
            <a:r>
              <a:rPr lang="ru-RU" dirty="0"/>
              <a:t> задача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A7AEB10-B1C0-41E1-8467-9A2828BEAA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812" y="1607142"/>
            <a:ext cx="3467100" cy="3340100"/>
          </a:xfrm>
          <a:prstGeom prst="rect">
            <a:avLst/>
          </a:prstGeom>
        </p:spPr>
      </p:pic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6BB5F312-2EE6-A2B5-ECFE-7318EDB324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6735463"/>
              </p:ext>
            </p:extLst>
          </p:nvPr>
        </p:nvGraphicFramePr>
        <p:xfrm>
          <a:off x="652130" y="2703589"/>
          <a:ext cx="4599992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9320">
                  <a:extLst>
                    <a:ext uri="{9D8B030D-6E8A-4147-A177-3AD203B41FA5}">
                      <a16:colId xmlns:a16="http://schemas.microsoft.com/office/drawing/2014/main" val="286826381"/>
                    </a:ext>
                  </a:extLst>
                </a:gridCol>
                <a:gridCol w="490756">
                  <a:extLst>
                    <a:ext uri="{9D8B030D-6E8A-4147-A177-3AD203B41FA5}">
                      <a16:colId xmlns:a16="http://schemas.microsoft.com/office/drawing/2014/main" val="1217629450"/>
                    </a:ext>
                  </a:extLst>
                </a:gridCol>
                <a:gridCol w="2519916">
                  <a:extLst>
                    <a:ext uri="{9D8B030D-6E8A-4147-A177-3AD203B41FA5}">
                      <a16:colId xmlns:a16="http://schemas.microsoft.com/office/drawing/2014/main" val="4329269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Сущность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Система хранения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285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chemeClr val="bg1"/>
                          </a:solidFill>
                        </a:rPr>
                        <a:t>Продажа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rgbClr val="FF0000"/>
                          </a:solidFill>
                        </a:rPr>
                        <a:t>→</a:t>
                      </a:r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b="1" dirty="0">
                          <a:solidFill>
                            <a:schemeClr val="bg1"/>
                          </a:solidFill>
                        </a:rPr>
                        <a:t>POS / E-commerce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792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chemeClr val="bg1"/>
                          </a:solidFill>
                        </a:rPr>
                        <a:t>Товар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ru-RU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→</a:t>
                      </a:r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b="1" dirty="0">
                          <a:solidFill>
                            <a:schemeClr val="bg1"/>
                          </a:solidFill>
                        </a:rPr>
                        <a:t>ERP / PIM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2565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chemeClr val="bg1"/>
                          </a:solidFill>
                        </a:rPr>
                        <a:t>Остаток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ru-RU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→</a:t>
                      </a:r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b="1" dirty="0">
                          <a:solidFill>
                            <a:schemeClr val="bg1"/>
                          </a:solidFill>
                        </a:rPr>
                        <a:t>WMS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809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chemeClr val="bg1"/>
                          </a:solidFill>
                        </a:rPr>
                        <a:t>Клиент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→</a:t>
                      </a:r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b="1" dirty="0">
                          <a:solidFill>
                            <a:schemeClr val="bg1"/>
                          </a:solidFill>
                        </a:rPr>
                        <a:t>CRM / Loyalty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9627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chemeClr val="bg1"/>
                          </a:solidFill>
                        </a:rPr>
                        <a:t>Цена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→</a:t>
                      </a:r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b="1" dirty="0">
                          <a:solidFill>
                            <a:schemeClr val="bg1"/>
                          </a:solidFill>
                        </a:rPr>
                        <a:t>ERP / Pricing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8541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chemeClr val="bg1"/>
                          </a:solidFill>
                        </a:rPr>
                        <a:t>Заказ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→</a:t>
                      </a:r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b="1" dirty="0">
                          <a:solidFill>
                            <a:schemeClr val="bg1"/>
                          </a:solidFill>
                        </a:rPr>
                        <a:t>E-commerce / ERP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416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chemeClr val="bg1"/>
                          </a:solidFill>
                        </a:rPr>
                        <a:t>Поставка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→</a:t>
                      </a:r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b="1" dirty="0">
                          <a:solidFill>
                            <a:schemeClr val="bg1"/>
                          </a:solidFill>
                        </a:rPr>
                        <a:t>ERP / WMS</a:t>
                      </a:r>
                      <a:endParaRPr lang="ru-RU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689130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A59C9DC-0900-2E00-59C8-24D9CE1A998F}"/>
              </a:ext>
            </a:extLst>
          </p:cNvPr>
          <p:cNvSpPr txBox="1"/>
          <p:nvPr/>
        </p:nvSpPr>
        <p:spPr>
          <a:xfrm>
            <a:off x="259086" y="1607143"/>
            <a:ext cx="53761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Директор хочет </a:t>
            </a:r>
            <a:r>
              <a:rPr lang="ru-RU" dirty="0" err="1">
                <a:solidFill>
                  <a:srgbClr val="FF0000"/>
                </a:solidFill>
              </a:rPr>
              <a:t>dashboard</a:t>
            </a:r>
            <a:r>
              <a:rPr lang="ru-RU" dirty="0">
                <a:solidFill>
                  <a:schemeClr val="bg1"/>
                </a:solidFill>
              </a:rPr>
              <a:t>: 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“</a:t>
            </a:r>
            <a:r>
              <a:rPr lang="ru-RU" b="1" dirty="0">
                <a:solidFill>
                  <a:schemeClr val="bg1"/>
                </a:solidFill>
              </a:rPr>
              <a:t>Продажи, остатки и доступность товаров по магазинам в реальном времени</a:t>
            </a:r>
            <a:r>
              <a:rPr lang="en-US" b="1" dirty="0">
                <a:solidFill>
                  <a:schemeClr val="bg1"/>
                </a:solidFill>
              </a:rPr>
              <a:t>”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0878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EC74A-2DD3-A9FE-8B85-4D248BF3D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D774EE6-9B3F-33E2-471F-DD1C1FD7CCA8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3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E325310E-D4DB-60A1-1BEC-3BF04A020908}"/>
              </a:ext>
            </a:extLst>
          </p:cNvPr>
          <p:cNvSpPr txBox="1">
            <a:spLocks/>
          </p:cNvSpPr>
          <p:nvPr/>
        </p:nvSpPr>
        <p:spPr>
          <a:xfrm>
            <a:off x="259087" y="983031"/>
            <a:ext cx="5836913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Source</a:t>
            </a:r>
            <a:r>
              <a:rPr lang="ru-RU" dirty="0"/>
              <a:t> </a:t>
            </a:r>
            <a:r>
              <a:rPr lang="ru-RU" dirty="0" err="1"/>
              <a:t>Map</a:t>
            </a:r>
            <a:endParaRPr lang="ru-RU" dirty="0"/>
          </a:p>
          <a:p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C6B78A-83A5-138B-D4B6-31D8B4596086}"/>
              </a:ext>
            </a:extLst>
          </p:cNvPr>
          <p:cNvSpPr txBox="1"/>
          <p:nvPr/>
        </p:nvSpPr>
        <p:spPr>
          <a:xfrm>
            <a:off x="259087" y="1691201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l" rtl="0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bg1"/>
                </a:solidFill>
                <a:effectLst/>
                <a:latin typeface="+mn-lt"/>
              </a:rPr>
              <a:t>какие системы являются </a:t>
            </a:r>
            <a:r>
              <a:rPr lang="ru-RU" sz="1800" b="0" i="0" dirty="0">
                <a:solidFill>
                  <a:srgbClr val="FF0000"/>
                </a:solidFill>
                <a:effectLst/>
                <a:latin typeface="+mn-lt"/>
              </a:rPr>
              <a:t>источниками</a:t>
            </a:r>
            <a:r>
              <a:rPr lang="ru-RU" sz="1800" b="0" i="0" dirty="0">
                <a:solidFill>
                  <a:schemeClr val="bg1"/>
                </a:solidFill>
                <a:effectLst/>
                <a:latin typeface="+mn-lt"/>
              </a:rPr>
              <a:t>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A5D4C0-C2F7-056F-20BE-8F4DA2EE687D}"/>
              </a:ext>
            </a:extLst>
          </p:cNvPr>
          <p:cNvSpPr txBox="1"/>
          <p:nvPr/>
        </p:nvSpPr>
        <p:spPr>
          <a:xfrm>
            <a:off x="259087" y="2086526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l" rtl="0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bg1"/>
                </a:solidFill>
                <a:effectLst/>
                <a:latin typeface="+mn-lt"/>
              </a:rPr>
              <a:t>какие </a:t>
            </a:r>
            <a:r>
              <a:rPr lang="ru-RU" sz="1800" b="0" i="0" dirty="0">
                <a:solidFill>
                  <a:srgbClr val="FF0000"/>
                </a:solidFill>
                <a:effectLst/>
                <a:latin typeface="+mn-lt"/>
              </a:rPr>
              <a:t>данные</a:t>
            </a:r>
            <a:r>
              <a:rPr lang="ru-RU" sz="1800" b="0" i="0" dirty="0">
                <a:solidFill>
                  <a:schemeClr val="bg1"/>
                </a:solidFill>
                <a:effectLst/>
                <a:latin typeface="+mn-lt"/>
              </a:rPr>
              <a:t> они содержат;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78800B-5222-3B71-2F76-D8DEF7084077}"/>
              </a:ext>
            </a:extLst>
          </p:cNvPr>
          <p:cNvSpPr txBox="1"/>
          <p:nvPr/>
        </p:nvSpPr>
        <p:spPr>
          <a:xfrm>
            <a:off x="259087" y="2481851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l" rtl="0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bg1"/>
                </a:solidFill>
                <a:effectLst/>
                <a:latin typeface="+mn-lt"/>
              </a:rPr>
              <a:t>как данные </a:t>
            </a:r>
            <a:r>
              <a:rPr lang="ru-RU" sz="1800" b="0" i="0" dirty="0">
                <a:solidFill>
                  <a:srgbClr val="FF0000"/>
                </a:solidFill>
                <a:effectLst/>
                <a:latin typeface="+mn-lt"/>
              </a:rPr>
              <a:t>изменяются</a:t>
            </a:r>
            <a:r>
              <a:rPr lang="ru-RU" sz="1800" b="0" i="0" dirty="0">
                <a:solidFill>
                  <a:schemeClr val="bg1"/>
                </a:solidFill>
                <a:effectLst/>
                <a:latin typeface="+mn-lt"/>
              </a:rPr>
              <a:t>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4AAB29-CCBD-B3DD-B7FC-C4F985EE8B19}"/>
              </a:ext>
            </a:extLst>
          </p:cNvPr>
          <p:cNvSpPr txBox="1"/>
          <p:nvPr/>
        </p:nvSpPr>
        <p:spPr>
          <a:xfrm>
            <a:off x="259087" y="2906653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l" rtl="0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bg1"/>
                </a:solidFill>
                <a:effectLst/>
                <a:latin typeface="+mn-lt"/>
              </a:rPr>
              <a:t>как их можно </a:t>
            </a:r>
            <a:r>
              <a:rPr lang="ru-RU" sz="1800" b="0" i="0" dirty="0">
                <a:solidFill>
                  <a:srgbClr val="FF0000"/>
                </a:solidFill>
                <a:effectLst/>
                <a:latin typeface="+mn-lt"/>
              </a:rPr>
              <a:t>извлечь</a:t>
            </a:r>
            <a:r>
              <a:rPr lang="ru-RU" sz="1800" b="0" i="0" dirty="0">
                <a:solidFill>
                  <a:schemeClr val="bg1"/>
                </a:solidFill>
                <a:effectLst/>
                <a:latin typeface="+mn-lt"/>
              </a:rPr>
              <a:t>.</a:t>
            </a:r>
            <a:endParaRPr lang="ru-RU" sz="1050" b="0" i="0" dirty="0">
              <a:solidFill>
                <a:schemeClr val="bg1"/>
              </a:solidFill>
              <a:effectLst/>
              <a:latin typeface="Open Sans" panose="020B0606030504020204" pitchFamily="34" charset="0"/>
            </a:endParaRPr>
          </a:p>
        </p:txBody>
      </p:sp>
      <p:grpSp>
        <p:nvGrpSpPr>
          <p:cNvPr id="44" name="Группа 43">
            <a:extLst>
              <a:ext uri="{FF2B5EF4-FFF2-40B4-BE49-F238E27FC236}">
                <a16:creationId xmlns:a16="http://schemas.microsoft.com/office/drawing/2014/main" id="{A252C19D-DB87-25E7-E279-FA72E43C09A4}"/>
              </a:ext>
            </a:extLst>
          </p:cNvPr>
          <p:cNvGrpSpPr/>
          <p:nvPr/>
        </p:nvGrpSpPr>
        <p:grpSpPr>
          <a:xfrm>
            <a:off x="198435" y="3429000"/>
            <a:ext cx="5866773" cy="2842643"/>
            <a:chOff x="198435" y="3429000"/>
            <a:chExt cx="5866773" cy="2842643"/>
          </a:xfrm>
        </p:grpSpPr>
        <p:sp>
          <p:nvSpPr>
            <p:cNvPr id="18" name="Скругленный прямоугольник 17">
              <a:extLst>
                <a:ext uri="{FF2B5EF4-FFF2-40B4-BE49-F238E27FC236}">
                  <a16:creationId xmlns:a16="http://schemas.microsoft.com/office/drawing/2014/main" id="{0C0297A1-3E07-FE94-DBE5-21BECBE021CB}"/>
                </a:ext>
              </a:extLst>
            </p:cNvPr>
            <p:cNvSpPr/>
            <p:nvPr/>
          </p:nvSpPr>
          <p:spPr>
            <a:xfrm>
              <a:off x="198435" y="4523529"/>
              <a:ext cx="1425023" cy="59070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/>
                <a:t>ERP</a:t>
              </a:r>
            </a:p>
          </p:txBody>
        </p:sp>
        <p:sp>
          <p:nvSpPr>
            <p:cNvPr id="19" name="Скругленный прямоугольник 18">
              <a:extLst>
                <a:ext uri="{FF2B5EF4-FFF2-40B4-BE49-F238E27FC236}">
                  <a16:creationId xmlns:a16="http://schemas.microsoft.com/office/drawing/2014/main" id="{65FA1629-605D-62B8-680F-AD37CC217928}"/>
                </a:ext>
              </a:extLst>
            </p:cNvPr>
            <p:cNvSpPr/>
            <p:nvPr/>
          </p:nvSpPr>
          <p:spPr>
            <a:xfrm>
              <a:off x="2151306" y="4523529"/>
              <a:ext cx="1425023" cy="59070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/>
                <a:t>WMS</a:t>
              </a:r>
            </a:p>
          </p:txBody>
        </p:sp>
        <p:sp>
          <p:nvSpPr>
            <p:cNvPr id="20" name="Скругленный прямоугольник 19">
              <a:extLst>
                <a:ext uri="{FF2B5EF4-FFF2-40B4-BE49-F238E27FC236}">
                  <a16:creationId xmlns:a16="http://schemas.microsoft.com/office/drawing/2014/main" id="{704D5B00-FC1C-FFBD-05DE-EE8707BF065F}"/>
                </a:ext>
              </a:extLst>
            </p:cNvPr>
            <p:cNvSpPr/>
            <p:nvPr/>
          </p:nvSpPr>
          <p:spPr>
            <a:xfrm>
              <a:off x="4368297" y="4523961"/>
              <a:ext cx="1425023" cy="59070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/>
                <a:t>POS</a:t>
              </a:r>
            </a:p>
          </p:txBody>
        </p:sp>
        <p:sp>
          <p:nvSpPr>
            <p:cNvPr id="30" name="Скругленный прямоугольник 29">
              <a:extLst>
                <a:ext uri="{FF2B5EF4-FFF2-40B4-BE49-F238E27FC236}">
                  <a16:creationId xmlns:a16="http://schemas.microsoft.com/office/drawing/2014/main" id="{1D3AA20D-22C5-7706-7BA3-3A60D0B77949}"/>
                </a:ext>
              </a:extLst>
            </p:cNvPr>
            <p:cNvSpPr/>
            <p:nvPr/>
          </p:nvSpPr>
          <p:spPr>
            <a:xfrm>
              <a:off x="1804256" y="5680943"/>
              <a:ext cx="2108861" cy="59070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/>
                <a:t>Stock</a:t>
              </a:r>
            </a:p>
            <a:p>
              <a:pPr algn="ctr"/>
              <a:r>
                <a:rPr lang="ru-RU" sz="1400" dirty="0" err="1"/>
                <a:t>Movement</a:t>
              </a:r>
              <a:endParaRPr lang="ru-RU" sz="1400" dirty="0"/>
            </a:p>
            <a:p>
              <a:pPr algn="ctr"/>
              <a:r>
                <a:rPr lang="ru-RU" sz="1400" dirty="0" err="1"/>
                <a:t>Shipment</a:t>
              </a:r>
              <a:endParaRPr lang="ru-RU" sz="1400" dirty="0"/>
            </a:p>
          </p:txBody>
        </p:sp>
        <p:sp>
          <p:nvSpPr>
            <p:cNvPr id="32" name="Скругленный прямоугольник 31">
              <a:extLst>
                <a:ext uri="{FF2B5EF4-FFF2-40B4-BE49-F238E27FC236}">
                  <a16:creationId xmlns:a16="http://schemas.microsoft.com/office/drawing/2014/main" id="{B5E130EB-58C8-AEFE-2794-CF5514A04AC3}"/>
                </a:ext>
              </a:extLst>
            </p:cNvPr>
            <p:cNvSpPr/>
            <p:nvPr/>
          </p:nvSpPr>
          <p:spPr>
            <a:xfrm>
              <a:off x="198435" y="5680943"/>
              <a:ext cx="1425023" cy="59070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/>
                <a:t>Product</a:t>
              </a:r>
            </a:p>
            <a:p>
              <a:pPr algn="ctr"/>
              <a:r>
                <a:rPr lang="ru-RU" sz="1400" dirty="0" err="1"/>
                <a:t>Supplier</a:t>
              </a:r>
              <a:endParaRPr lang="ru-RU" sz="1400" dirty="0"/>
            </a:p>
            <a:p>
              <a:pPr algn="ctr"/>
              <a:r>
                <a:rPr lang="ru-RU" sz="1400" dirty="0"/>
                <a:t>Price</a:t>
              </a:r>
            </a:p>
          </p:txBody>
        </p:sp>
        <p:sp>
          <p:nvSpPr>
            <p:cNvPr id="34" name="Скругленный прямоугольник 33">
              <a:extLst>
                <a:ext uri="{FF2B5EF4-FFF2-40B4-BE49-F238E27FC236}">
                  <a16:creationId xmlns:a16="http://schemas.microsoft.com/office/drawing/2014/main" id="{6A106428-56C3-C818-17C9-503731AF4B81}"/>
                </a:ext>
              </a:extLst>
            </p:cNvPr>
            <p:cNvSpPr/>
            <p:nvPr/>
          </p:nvSpPr>
          <p:spPr>
            <a:xfrm>
              <a:off x="4104889" y="5655979"/>
              <a:ext cx="1960319" cy="612721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/>
                <a:t>Sales</a:t>
              </a:r>
            </a:p>
            <a:p>
              <a:pPr algn="ctr"/>
              <a:r>
                <a:rPr lang="ru-RU" sz="1400" dirty="0" err="1"/>
                <a:t>Receipt</a:t>
              </a:r>
              <a:endParaRPr lang="ru-RU" sz="1400" dirty="0"/>
            </a:p>
            <a:p>
              <a:pPr algn="ctr"/>
              <a:r>
                <a:rPr lang="ru-RU" sz="1400" dirty="0" err="1"/>
                <a:t>Payment</a:t>
              </a:r>
              <a:endParaRPr lang="ru-RU" sz="1400" dirty="0"/>
            </a:p>
          </p:txBody>
        </p:sp>
        <p:cxnSp>
          <p:nvCxnSpPr>
            <p:cNvPr id="36" name="Прямая со стрелкой 35">
              <a:extLst>
                <a:ext uri="{FF2B5EF4-FFF2-40B4-BE49-F238E27FC236}">
                  <a16:creationId xmlns:a16="http://schemas.microsoft.com/office/drawing/2014/main" id="{E9D9856D-7473-63C3-D789-CA66BFF4777B}"/>
                </a:ext>
              </a:extLst>
            </p:cNvPr>
            <p:cNvCxnSpPr>
              <a:cxnSpLocks/>
              <a:stCxn id="42" idx="2"/>
              <a:endCxn id="19" idx="0"/>
            </p:cNvCxnSpPr>
            <p:nvPr/>
          </p:nvCxnSpPr>
          <p:spPr>
            <a:xfrm>
              <a:off x="2858009" y="4019700"/>
              <a:ext cx="5809" cy="50382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Соединительная линия уступом 36">
              <a:extLst>
                <a:ext uri="{FF2B5EF4-FFF2-40B4-BE49-F238E27FC236}">
                  <a16:creationId xmlns:a16="http://schemas.microsoft.com/office/drawing/2014/main" id="{DACBC7DB-CB13-E8A5-3DB9-01AF9E4CF4AF}"/>
                </a:ext>
              </a:extLst>
            </p:cNvPr>
            <p:cNvCxnSpPr>
              <a:cxnSpLocks/>
              <a:stCxn id="42" idx="1"/>
              <a:endCxn id="18" idx="0"/>
            </p:cNvCxnSpPr>
            <p:nvPr/>
          </p:nvCxnSpPr>
          <p:spPr>
            <a:xfrm rot="10800000" flipV="1">
              <a:off x="910947" y="3724349"/>
              <a:ext cx="1108556" cy="799179"/>
            </a:xfrm>
            <a:prstGeom prst="bentConnector2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Соединительная линия уступом 37">
              <a:extLst>
                <a:ext uri="{FF2B5EF4-FFF2-40B4-BE49-F238E27FC236}">
                  <a16:creationId xmlns:a16="http://schemas.microsoft.com/office/drawing/2014/main" id="{52AF92A8-1D7F-994A-A025-2B581186192B}"/>
                </a:ext>
              </a:extLst>
            </p:cNvPr>
            <p:cNvCxnSpPr>
              <a:cxnSpLocks/>
              <a:stCxn id="42" idx="3"/>
              <a:endCxn id="20" idx="0"/>
            </p:cNvCxnSpPr>
            <p:nvPr/>
          </p:nvCxnSpPr>
          <p:spPr>
            <a:xfrm>
              <a:off x="3696514" y="3724350"/>
              <a:ext cx="1384295" cy="799611"/>
            </a:xfrm>
            <a:prstGeom prst="bentConnector2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Прямая со стрелкой 38">
              <a:extLst>
                <a:ext uri="{FF2B5EF4-FFF2-40B4-BE49-F238E27FC236}">
                  <a16:creationId xmlns:a16="http://schemas.microsoft.com/office/drawing/2014/main" id="{51C8AFF5-BBAA-E20F-39DF-00531C89E296}"/>
                </a:ext>
              </a:extLst>
            </p:cNvPr>
            <p:cNvCxnSpPr>
              <a:cxnSpLocks/>
              <a:stCxn id="19" idx="2"/>
              <a:endCxn id="30" idx="0"/>
            </p:cNvCxnSpPr>
            <p:nvPr/>
          </p:nvCxnSpPr>
          <p:spPr>
            <a:xfrm flipH="1">
              <a:off x="2858687" y="5114229"/>
              <a:ext cx="5131" cy="56671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Прямая со стрелкой 39">
              <a:extLst>
                <a:ext uri="{FF2B5EF4-FFF2-40B4-BE49-F238E27FC236}">
                  <a16:creationId xmlns:a16="http://schemas.microsoft.com/office/drawing/2014/main" id="{73783417-5315-C419-A204-0C184E8A284B}"/>
                </a:ext>
              </a:extLst>
            </p:cNvPr>
            <p:cNvCxnSpPr>
              <a:stCxn id="18" idx="2"/>
              <a:endCxn id="32" idx="0"/>
            </p:cNvCxnSpPr>
            <p:nvPr/>
          </p:nvCxnSpPr>
          <p:spPr>
            <a:xfrm>
              <a:off x="910947" y="5114229"/>
              <a:ext cx="0" cy="56671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Прямая со стрелкой 40">
              <a:extLst>
                <a:ext uri="{FF2B5EF4-FFF2-40B4-BE49-F238E27FC236}">
                  <a16:creationId xmlns:a16="http://schemas.microsoft.com/office/drawing/2014/main" id="{EF427494-EB1E-97A9-6269-08E17BC8471E}"/>
                </a:ext>
              </a:extLst>
            </p:cNvPr>
            <p:cNvCxnSpPr>
              <a:cxnSpLocks/>
              <a:stCxn id="20" idx="2"/>
              <a:endCxn id="34" idx="0"/>
            </p:cNvCxnSpPr>
            <p:nvPr/>
          </p:nvCxnSpPr>
          <p:spPr>
            <a:xfrm>
              <a:off x="5080809" y="5114661"/>
              <a:ext cx="4240" cy="54131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Скругленный прямоугольник 41">
              <a:extLst>
                <a:ext uri="{FF2B5EF4-FFF2-40B4-BE49-F238E27FC236}">
                  <a16:creationId xmlns:a16="http://schemas.microsoft.com/office/drawing/2014/main" id="{866781E9-4B15-5099-C7FC-0CB4E6360E54}"/>
                </a:ext>
              </a:extLst>
            </p:cNvPr>
            <p:cNvSpPr/>
            <p:nvPr/>
          </p:nvSpPr>
          <p:spPr>
            <a:xfrm>
              <a:off x="2019503" y="3429000"/>
              <a:ext cx="1677011" cy="59070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dirty="0"/>
                <a:t>Предприятие</a:t>
              </a:r>
            </a:p>
          </p:txBody>
        </p:sp>
      </p:grp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3DFB502-98DE-A95E-7BDE-D839B8C92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0845" y="1910081"/>
            <a:ext cx="3429000" cy="299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289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2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C7A1B-2D50-276A-1072-2707E2619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4692D80-0FD2-D3E4-EE05-9A536A7ADA6D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4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8FB70151-C98F-A4DA-DCF8-CFCBF02CA23C}"/>
              </a:ext>
            </a:extLst>
          </p:cNvPr>
          <p:cNvSpPr txBox="1">
            <a:spLocks/>
          </p:cNvSpPr>
          <p:nvPr/>
        </p:nvSpPr>
        <p:spPr>
          <a:xfrm>
            <a:off x="259087" y="983031"/>
            <a:ext cx="5836913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Бизнес-домен</a:t>
            </a:r>
            <a:r>
              <a:rPr lang="ru-RU" dirty="0"/>
              <a:t> ≠ </a:t>
            </a:r>
            <a:r>
              <a:rPr lang="ru-RU" dirty="0">
                <a:solidFill>
                  <a:schemeClr val="bg1"/>
                </a:solidFill>
              </a:rPr>
              <a:t>информационная система</a:t>
            </a: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B0B3400E-6425-3AC2-450E-3BB4D3F3CCD4}"/>
              </a:ext>
            </a:extLst>
          </p:cNvPr>
          <p:cNvSpPr/>
          <p:nvPr/>
        </p:nvSpPr>
        <p:spPr>
          <a:xfrm>
            <a:off x="1063944" y="3425148"/>
            <a:ext cx="1132024" cy="434471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POS</a:t>
            </a:r>
            <a:endParaRPr lang="ru-RU" sz="1400" dirty="0"/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565D9DA8-1CB8-DDB6-9F78-F3C6F7F55540}"/>
              </a:ext>
            </a:extLst>
          </p:cNvPr>
          <p:cNvSpPr/>
          <p:nvPr/>
        </p:nvSpPr>
        <p:spPr>
          <a:xfrm>
            <a:off x="2195968" y="2563910"/>
            <a:ext cx="1132024" cy="434471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cs typeface="Courier New" panose="02070309020205020404" pitchFamily="49" charset="0"/>
              </a:rPr>
              <a:t>Sales</a:t>
            </a:r>
            <a:endParaRPr lang="ru-RU" sz="1400" dirty="0">
              <a:solidFill>
                <a:schemeClr val="bg1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A161E41B-BB8E-1AEC-C61A-CBB72C016D4C}"/>
              </a:ext>
            </a:extLst>
          </p:cNvPr>
          <p:cNvSpPr/>
          <p:nvPr/>
        </p:nvSpPr>
        <p:spPr>
          <a:xfrm>
            <a:off x="3327992" y="3425149"/>
            <a:ext cx="1132024" cy="434471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E-commerce</a:t>
            </a:r>
            <a:endParaRPr lang="ru-RU" sz="1400" dirty="0"/>
          </a:p>
        </p:txBody>
      </p:sp>
      <p:cxnSp>
        <p:nvCxnSpPr>
          <p:cNvPr id="6" name="Соединительная линия уступом 5">
            <a:extLst>
              <a:ext uri="{FF2B5EF4-FFF2-40B4-BE49-F238E27FC236}">
                <a16:creationId xmlns:a16="http://schemas.microsoft.com/office/drawing/2014/main" id="{BE42FADB-ECF1-C76C-CA2E-0A74BFDFAB28}"/>
              </a:ext>
            </a:extLst>
          </p:cNvPr>
          <p:cNvCxnSpPr>
            <a:stCxn id="12" idx="1"/>
            <a:endCxn id="11" idx="0"/>
          </p:cNvCxnSpPr>
          <p:nvPr/>
        </p:nvCxnSpPr>
        <p:spPr>
          <a:xfrm rot="10800000" flipV="1">
            <a:off x="1629956" y="2781146"/>
            <a:ext cx="566012" cy="644002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Соединительная линия уступом 13">
            <a:extLst>
              <a:ext uri="{FF2B5EF4-FFF2-40B4-BE49-F238E27FC236}">
                <a16:creationId xmlns:a16="http://schemas.microsoft.com/office/drawing/2014/main" id="{036EB378-96F3-4C0E-043E-FE9DA6A78A2C}"/>
              </a:ext>
            </a:extLst>
          </p:cNvPr>
          <p:cNvCxnSpPr>
            <a:stCxn id="12" idx="3"/>
            <a:endCxn id="13" idx="0"/>
          </p:cNvCxnSpPr>
          <p:nvPr/>
        </p:nvCxnSpPr>
        <p:spPr>
          <a:xfrm>
            <a:off x="3327992" y="2781146"/>
            <a:ext cx="566012" cy="644003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840F6390-9958-CA3D-6BAA-EA87FDD5CC8E}"/>
              </a:ext>
            </a:extLst>
          </p:cNvPr>
          <p:cNvSpPr/>
          <p:nvPr/>
        </p:nvSpPr>
        <p:spPr>
          <a:xfrm>
            <a:off x="1063944" y="4218512"/>
            <a:ext cx="1132024" cy="434471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Offline</a:t>
            </a:r>
            <a:endParaRPr lang="ru-RU" sz="1400" dirty="0"/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68FA9612-60CA-6BA7-D75E-5E04B3E7EFDA}"/>
              </a:ext>
            </a:extLst>
          </p:cNvPr>
          <p:cNvSpPr/>
          <p:nvPr/>
        </p:nvSpPr>
        <p:spPr>
          <a:xfrm>
            <a:off x="3327992" y="4218513"/>
            <a:ext cx="1132024" cy="434471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Online</a:t>
            </a:r>
            <a:endParaRPr lang="ru-RU" sz="1400" dirty="0"/>
          </a:p>
        </p:txBody>
      </p: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BE0072A1-C930-130E-FF16-EDCFB47EFC27}"/>
              </a:ext>
            </a:extLst>
          </p:cNvPr>
          <p:cNvCxnSpPr>
            <a:stCxn id="11" idx="2"/>
            <a:endCxn id="15" idx="0"/>
          </p:cNvCxnSpPr>
          <p:nvPr/>
        </p:nvCxnSpPr>
        <p:spPr>
          <a:xfrm>
            <a:off x="1629956" y="3859619"/>
            <a:ext cx="0" cy="35889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3B56825F-C3B9-6CE7-4AC7-EC89368CF415}"/>
              </a:ext>
            </a:extLst>
          </p:cNvPr>
          <p:cNvCxnSpPr>
            <a:stCxn id="13" idx="2"/>
            <a:endCxn id="18" idx="0"/>
          </p:cNvCxnSpPr>
          <p:nvPr/>
        </p:nvCxnSpPr>
        <p:spPr>
          <a:xfrm>
            <a:off x="3894004" y="3859620"/>
            <a:ext cx="0" cy="35889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A7CFF36-1999-235B-6423-0687B821B8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2605" y="1832640"/>
            <a:ext cx="3505200" cy="302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617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3"/>
      <p:bldP spid="5" grpId="4"/>
      <p:bldP spid="11" grpId="0" animBg="1"/>
      <p:bldP spid="12" grpId="0" animBg="1"/>
      <p:bldP spid="13" grpId="0" animBg="1"/>
      <p:bldP spid="15" grpId="0" animBg="1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50A9A-8BF9-FF23-E55B-072586143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D7043BE-BAA3-7895-0326-0032F797B411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5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91396F3F-A3A1-E84D-AEE0-37F0B48331E0}"/>
              </a:ext>
            </a:extLst>
          </p:cNvPr>
          <p:cNvSpPr txBox="1">
            <a:spLocks/>
          </p:cNvSpPr>
          <p:nvPr/>
        </p:nvSpPr>
        <p:spPr>
          <a:xfrm>
            <a:off x="259087" y="983031"/>
            <a:ext cx="5836913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Описание</a:t>
            </a:r>
            <a:r>
              <a:rPr lang="ru-RU" dirty="0"/>
              <a:t> источника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FC8151-2020-0A73-B8D3-AB4DB5AD3892}"/>
              </a:ext>
            </a:extLst>
          </p:cNvPr>
          <p:cNvSpPr txBox="1"/>
          <p:nvPr/>
        </p:nvSpPr>
        <p:spPr>
          <a:xfrm>
            <a:off x="259087" y="1720840"/>
            <a:ext cx="609777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cs typeface="Courier New" panose="02070309020205020404" pitchFamily="49" charset="0"/>
              </a:rPr>
              <a:t>Source</a:t>
            </a:r>
            <a:r>
              <a:rPr lang="en-US" dirty="0">
                <a:solidFill>
                  <a:schemeClr val="bg1"/>
                </a:solidFill>
                <a:cs typeface="Courier New" panose="02070309020205020404" pitchFamily="49" charset="0"/>
              </a:rPr>
              <a:t> (</a:t>
            </a:r>
            <a:r>
              <a:rPr lang="ru-RU" dirty="0">
                <a:solidFill>
                  <a:srgbClr val="FF0000"/>
                </a:solidFill>
                <a:cs typeface="Courier New" panose="02070309020205020404" pitchFamily="49" charset="0"/>
              </a:rPr>
              <a:t>Источник</a:t>
            </a:r>
            <a:r>
              <a:rPr lang="ru-RU" dirty="0">
                <a:solidFill>
                  <a:schemeClr val="bg1"/>
                </a:solidFill>
                <a:cs typeface="Courier New" panose="02070309020205020404" pitchFamily="49" charset="0"/>
              </a:rPr>
              <a:t>)</a:t>
            </a:r>
          </a:p>
          <a:p>
            <a:r>
              <a:rPr lang="ru-RU" dirty="0">
                <a:solidFill>
                  <a:schemeClr val="bg1"/>
                </a:solidFill>
                <a:cs typeface="Courier New" panose="02070309020205020404" pitchFamily="49" charset="0"/>
              </a:rPr>
              <a:t>Business </a:t>
            </a:r>
            <a:r>
              <a:rPr lang="ru-RU" dirty="0" err="1">
                <a:solidFill>
                  <a:schemeClr val="bg1"/>
                </a:solidFill>
                <a:cs typeface="Courier New" panose="02070309020205020404" pitchFamily="49" charset="0"/>
              </a:rPr>
              <a:t>domain</a:t>
            </a:r>
            <a:r>
              <a:rPr lang="ru-RU" dirty="0">
                <a:solidFill>
                  <a:schemeClr val="bg1"/>
                </a:solidFill>
                <a:cs typeface="Courier New" panose="02070309020205020404" pitchFamily="49" charset="0"/>
              </a:rPr>
              <a:t> (</a:t>
            </a:r>
            <a:r>
              <a:rPr lang="ru-RU" dirty="0">
                <a:solidFill>
                  <a:srgbClr val="FF0000"/>
                </a:solidFill>
                <a:cs typeface="Courier New" panose="02070309020205020404" pitchFamily="49" charset="0"/>
              </a:rPr>
              <a:t>Домен</a:t>
            </a:r>
            <a:r>
              <a:rPr lang="ru-RU" dirty="0">
                <a:solidFill>
                  <a:schemeClr val="bg1"/>
                </a:solidFill>
                <a:cs typeface="Courier New" panose="02070309020205020404" pitchFamily="49" charset="0"/>
              </a:rPr>
              <a:t>)</a:t>
            </a:r>
          </a:p>
          <a:p>
            <a:r>
              <a:rPr lang="ru-RU" dirty="0" err="1">
                <a:solidFill>
                  <a:schemeClr val="bg1"/>
                </a:solidFill>
                <a:cs typeface="Courier New" panose="02070309020205020404" pitchFamily="49" charset="0"/>
              </a:rPr>
              <a:t>Owner</a:t>
            </a:r>
            <a:r>
              <a:rPr lang="ru-RU" dirty="0">
                <a:solidFill>
                  <a:schemeClr val="bg1"/>
                </a:solidFill>
                <a:cs typeface="Courier New" panose="02070309020205020404" pitchFamily="49" charset="0"/>
              </a:rPr>
              <a:t> (</a:t>
            </a:r>
            <a:r>
              <a:rPr lang="ru-RU" dirty="0">
                <a:solidFill>
                  <a:srgbClr val="FF0000"/>
                </a:solidFill>
                <a:cs typeface="Courier New" panose="02070309020205020404" pitchFamily="49" charset="0"/>
              </a:rPr>
              <a:t>Владелец</a:t>
            </a:r>
            <a:r>
              <a:rPr lang="ru-RU" dirty="0">
                <a:solidFill>
                  <a:schemeClr val="bg1"/>
                </a:solidFill>
                <a:cs typeface="Courier New" panose="02070309020205020404" pitchFamily="49" charset="0"/>
              </a:rPr>
              <a:t>)</a:t>
            </a:r>
          </a:p>
          <a:p>
            <a:r>
              <a:rPr lang="ru-RU" dirty="0">
                <a:solidFill>
                  <a:schemeClr val="bg1"/>
                </a:solidFill>
                <a:cs typeface="Courier New" panose="02070309020205020404" pitchFamily="49" charset="0"/>
              </a:rPr>
              <a:t>System </a:t>
            </a:r>
            <a:r>
              <a:rPr lang="ru-RU" dirty="0" err="1">
                <a:solidFill>
                  <a:schemeClr val="bg1"/>
                </a:solidFill>
                <a:cs typeface="Courier New" panose="02070309020205020404" pitchFamily="49" charset="0"/>
              </a:rPr>
              <a:t>of</a:t>
            </a:r>
            <a:r>
              <a:rPr lang="ru-RU" dirty="0">
                <a:solidFill>
                  <a:schemeClr val="bg1"/>
                </a:solidFill>
                <a:cs typeface="Courier New" panose="02070309020205020404" pitchFamily="49" charset="0"/>
              </a:rPr>
              <a:t> </a:t>
            </a:r>
            <a:r>
              <a:rPr lang="ru-RU" dirty="0" err="1">
                <a:solidFill>
                  <a:schemeClr val="bg1"/>
                </a:solidFill>
                <a:cs typeface="Courier New" panose="02070309020205020404" pitchFamily="49" charset="0"/>
              </a:rPr>
              <a:t>Record</a:t>
            </a:r>
            <a:r>
              <a:rPr lang="ru-RU" dirty="0">
                <a:solidFill>
                  <a:schemeClr val="bg1"/>
                </a:solidFill>
                <a:cs typeface="Courier New" panose="02070309020205020404" pitchFamily="49" charset="0"/>
              </a:rPr>
              <a:t> (</a:t>
            </a:r>
            <a:r>
              <a:rPr lang="ru-RU" dirty="0">
                <a:solidFill>
                  <a:srgbClr val="FF0000"/>
                </a:solidFill>
                <a:cs typeface="Courier New" panose="02070309020205020404" pitchFamily="49" charset="0"/>
              </a:rPr>
              <a:t>Источник истины</a:t>
            </a:r>
            <a:r>
              <a:rPr lang="ru-RU" dirty="0">
                <a:solidFill>
                  <a:schemeClr val="bg1"/>
                </a:solidFill>
                <a:cs typeface="Courier New" panose="02070309020205020404" pitchFamily="49" charset="0"/>
              </a:rPr>
              <a:t>)</a:t>
            </a:r>
          </a:p>
          <a:p>
            <a:r>
              <a:rPr lang="ru-RU" dirty="0" err="1">
                <a:solidFill>
                  <a:schemeClr val="bg1"/>
                </a:solidFill>
                <a:cs typeface="Courier New" panose="02070309020205020404" pitchFamily="49" charset="0"/>
              </a:rPr>
              <a:t>Entities</a:t>
            </a:r>
            <a:r>
              <a:rPr lang="ru-RU" dirty="0">
                <a:solidFill>
                  <a:schemeClr val="bg1"/>
                </a:solidFill>
                <a:cs typeface="Courier New" panose="02070309020205020404" pitchFamily="49" charset="0"/>
              </a:rPr>
              <a:t> (</a:t>
            </a:r>
            <a:r>
              <a:rPr lang="ru-RU" dirty="0">
                <a:solidFill>
                  <a:srgbClr val="FF0000"/>
                </a:solidFill>
                <a:cs typeface="Courier New" panose="02070309020205020404" pitchFamily="49" charset="0"/>
              </a:rPr>
              <a:t>Сущности</a:t>
            </a:r>
            <a:r>
              <a:rPr lang="ru-RU" dirty="0">
                <a:solidFill>
                  <a:schemeClr val="bg1"/>
                </a:solidFill>
                <a:cs typeface="Courier New" panose="02070309020205020404" pitchFamily="49" charset="0"/>
              </a:rPr>
              <a:t>)</a:t>
            </a:r>
          </a:p>
          <a:p>
            <a:r>
              <a:rPr lang="ru-RU" dirty="0">
                <a:solidFill>
                  <a:schemeClr val="bg1"/>
                </a:solidFill>
                <a:cs typeface="Courier New" panose="02070309020205020404" pitchFamily="49" charset="0"/>
              </a:rPr>
              <a:t>Data </a:t>
            </a:r>
            <a:r>
              <a:rPr lang="en-US" dirty="0">
                <a:solidFill>
                  <a:schemeClr val="bg1"/>
                </a:solidFill>
                <a:cs typeface="Courier New" panose="02070309020205020404" pitchFamily="49" charset="0"/>
              </a:rPr>
              <a:t>Category</a:t>
            </a:r>
            <a:r>
              <a:rPr lang="ru-RU" dirty="0">
                <a:solidFill>
                  <a:schemeClr val="bg1"/>
                </a:solidFill>
                <a:cs typeface="Courier New" panose="02070309020205020404" pitchFamily="49" charset="0"/>
              </a:rPr>
              <a:t> (</a:t>
            </a:r>
            <a:r>
              <a:rPr lang="ru-RU" dirty="0">
                <a:solidFill>
                  <a:srgbClr val="FF0000"/>
                </a:solidFill>
                <a:cs typeface="Courier New" panose="02070309020205020404" pitchFamily="49" charset="0"/>
              </a:rPr>
              <a:t>Категория данных</a:t>
            </a:r>
            <a:r>
              <a:rPr lang="ru-RU" dirty="0">
                <a:solidFill>
                  <a:schemeClr val="bg1"/>
                </a:solidFill>
                <a:cs typeface="Courier New" panose="02070309020205020404" pitchFamily="49" charset="0"/>
              </a:rPr>
              <a:t>)</a:t>
            </a:r>
          </a:p>
          <a:p>
            <a:r>
              <a:rPr lang="ru-RU" dirty="0" err="1">
                <a:solidFill>
                  <a:schemeClr val="bg1"/>
                </a:solidFill>
                <a:cs typeface="Courier New" panose="02070309020205020404" pitchFamily="49" charset="0"/>
              </a:rPr>
              <a:t>Volume</a:t>
            </a:r>
            <a:r>
              <a:rPr lang="ru-RU" dirty="0">
                <a:solidFill>
                  <a:schemeClr val="bg1"/>
                </a:solidFill>
                <a:cs typeface="Courier New" panose="02070309020205020404" pitchFamily="49" charset="0"/>
              </a:rPr>
              <a:t> (</a:t>
            </a:r>
            <a:r>
              <a:rPr lang="ru-RU" dirty="0">
                <a:solidFill>
                  <a:srgbClr val="FF0000"/>
                </a:solidFill>
                <a:cs typeface="Courier New" panose="02070309020205020404" pitchFamily="49" charset="0"/>
              </a:rPr>
              <a:t>Объем</a:t>
            </a:r>
            <a:r>
              <a:rPr lang="ru-RU" dirty="0">
                <a:solidFill>
                  <a:schemeClr val="bg1"/>
                </a:solidFill>
                <a:cs typeface="Courier New" panose="02070309020205020404" pitchFamily="49" charset="0"/>
              </a:rPr>
              <a:t>)</a:t>
            </a:r>
          </a:p>
          <a:p>
            <a:r>
              <a:rPr lang="ru-RU" dirty="0">
                <a:solidFill>
                  <a:schemeClr val="bg1"/>
                </a:solidFill>
                <a:cs typeface="Courier New" panose="02070309020205020404" pitchFamily="49" charset="0"/>
              </a:rPr>
              <a:t>Update </a:t>
            </a:r>
            <a:r>
              <a:rPr lang="ru-RU" dirty="0" err="1">
                <a:solidFill>
                  <a:schemeClr val="bg1"/>
                </a:solidFill>
                <a:cs typeface="Courier New" panose="02070309020205020404" pitchFamily="49" charset="0"/>
              </a:rPr>
              <a:t>frequency</a:t>
            </a:r>
            <a:r>
              <a:rPr lang="ru-RU" dirty="0">
                <a:solidFill>
                  <a:schemeClr val="bg1"/>
                </a:solidFill>
                <a:cs typeface="Courier New" panose="02070309020205020404" pitchFamily="49" charset="0"/>
              </a:rPr>
              <a:t> (</a:t>
            </a:r>
            <a:r>
              <a:rPr lang="ru-RU" dirty="0">
                <a:solidFill>
                  <a:srgbClr val="FF0000"/>
                </a:solidFill>
                <a:cs typeface="Courier New" panose="02070309020205020404" pitchFamily="49" charset="0"/>
              </a:rPr>
              <a:t>Частота изменений</a:t>
            </a:r>
            <a:r>
              <a:rPr lang="ru-RU" dirty="0">
                <a:solidFill>
                  <a:schemeClr val="bg1"/>
                </a:solidFill>
                <a:cs typeface="Courier New" panose="02070309020205020404" pitchFamily="49" charset="0"/>
              </a:rPr>
              <a:t>)</a:t>
            </a:r>
          </a:p>
          <a:p>
            <a:r>
              <a:rPr lang="ru-RU" dirty="0" err="1">
                <a:solidFill>
                  <a:schemeClr val="bg1"/>
                </a:solidFill>
                <a:cs typeface="Courier New" panose="02070309020205020404" pitchFamily="49" charset="0"/>
              </a:rPr>
              <a:t>Freshness</a:t>
            </a:r>
            <a:r>
              <a:rPr lang="ru-RU" dirty="0">
                <a:solidFill>
                  <a:schemeClr val="bg1"/>
                </a:solidFill>
                <a:cs typeface="Courier New" panose="02070309020205020404" pitchFamily="49" charset="0"/>
              </a:rPr>
              <a:t> (</a:t>
            </a:r>
            <a:r>
              <a:rPr lang="ru-RU" dirty="0">
                <a:solidFill>
                  <a:srgbClr val="FF0000"/>
                </a:solidFill>
                <a:cs typeface="Courier New" panose="02070309020205020404" pitchFamily="49" charset="0"/>
              </a:rPr>
              <a:t>Требования к свежести</a:t>
            </a:r>
            <a:r>
              <a:rPr lang="ru-RU" dirty="0">
                <a:solidFill>
                  <a:schemeClr val="bg1"/>
                </a:solidFill>
                <a:cs typeface="Courier New" panose="02070309020205020404" pitchFamily="49" charset="0"/>
              </a:rPr>
              <a:t>)</a:t>
            </a:r>
          </a:p>
          <a:p>
            <a:r>
              <a:rPr lang="en-US" dirty="0">
                <a:solidFill>
                  <a:schemeClr val="bg1"/>
                </a:solidFill>
                <a:cs typeface="Courier New" panose="02070309020205020404" pitchFamily="49" charset="0"/>
              </a:rPr>
              <a:t>Ingestion</a:t>
            </a:r>
            <a:r>
              <a:rPr lang="ru-RU" dirty="0">
                <a:solidFill>
                  <a:schemeClr val="bg1"/>
                </a:solidFill>
                <a:cs typeface="Courier New" panose="02070309020205020404" pitchFamily="49" charset="0"/>
              </a:rPr>
              <a:t> </a:t>
            </a:r>
            <a:r>
              <a:rPr lang="ru-RU" dirty="0" err="1">
                <a:solidFill>
                  <a:schemeClr val="bg1"/>
                </a:solidFill>
                <a:cs typeface="Courier New" panose="02070309020205020404" pitchFamily="49" charset="0"/>
              </a:rPr>
              <a:t>method</a:t>
            </a:r>
            <a:r>
              <a:rPr lang="ru-RU" dirty="0">
                <a:solidFill>
                  <a:schemeClr val="bg1"/>
                </a:solidFill>
                <a:cs typeface="Courier New" panose="02070309020205020404" pitchFamily="49" charset="0"/>
              </a:rPr>
              <a:t> (</a:t>
            </a:r>
            <a:r>
              <a:rPr lang="ru-RU" dirty="0">
                <a:solidFill>
                  <a:srgbClr val="FF0000"/>
                </a:solidFill>
                <a:cs typeface="Courier New" panose="02070309020205020404" pitchFamily="49" charset="0"/>
              </a:rPr>
              <a:t>Метод получения</a:t>
            </a:r>
            <a:r>
              <a:rPr lang="ru-RU" dirty="0">
                <a:solidFill>
                  <a:schemeClr val="bg1"/>
                </a:solidFill>
                <a:cs typeface="Courier New" panose="02070309020205020404" pitchFamily="49" charset="0"/>
              </a:rPr>
              <a:t>)</a:t>
            </a:r>
          </a:p>
          <a:p>
            <a:r>
              <a:rPr lang="ru-RU" dirty="0">
                <a:solidFill>
                  <a:schemeClr val="bg1"/>
                </a:solidFill>
                <a:cs typeface="Courier New" panose="02070309020205020404" pitchFamily="49" charset="0"/>
              </a:rPr>
              <a:t>Interface (</a:t>
            </a:r>
            <a:r>
              <a:rPr lang="ru-RU" dirty="0">
                <a:solidFill>
                  <a:srgbClr val="FF0000"/>
                </a:solidFill>
                <a:cs typeface="Courier New" panose="02070309020205020404" pitchFamily="49" charset="0"/>
              </a:rPr>
              <a:t>Способ предоставления данных</a:t>
            </a:r>
            <a:r>
              <a:rPr lang="ru-RU" dirty="0">
                <a:solidFill>
                  <a:schemeClr val="bg1"/>
                </a:solidFill>
                <a:cs typeface="Courier New" panose="02070309020205020404" pitchFamily="49" charset="0"/>
              </a:rPr>
              <a:t>)</a:t>
            </a:r>
          </a:p>
          <a:p>
            <a:r>
              <a:rPr lang="ru-RU" dirty="0" err="1">
                <a:solidFill>
                  <a:schemeClr val="bg1"/>
                </a:solidFill>
                <a:cs typeface="Courier New" panose="02070309020205020404" pitchFamily="49" charset="0"/>
              </a:rPr>
              <a:t>Constraints</a:t>
            </a:r>
            <a:r>
              <a:rPr lang="ru-RU" dirty="0">
                <a:solidFill>
                  <a:schemeClr val="bg1"/>
                </a:solidFill>
                <a:cs typeface="Courier New" panose="02070309020205020404" pitchFamily="49" charset="0"/>
              </a:rPr>
              <a:t> (</a:t>
            </a:r>
            <a:r>
              <a:rPr lang="ru-RU" dirty="0">
                <a:solidFill>
                  <a:srgbClr val="FF0000"/>
                </a:solidFill>
                <a:cs typeface="Courier New" panose="02070309020205020404" pitchFamily="49" charset="0"/>
              </a:rPr>
              <a:t>Ограничения</a:t>
            </a:r>
            <a:r>
              <a:rPr lang="ru-RU" dirty="0">
                <a:solidFill>
                  <a:schemeClr val="bg1"/>
                </a:solidFill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B2DA28-76C3-7AC0-10EE-B032BC0DF5DC}"/>
              </a:ext>
            </a:extLst>
          </p:cNvPr>
          <p:cNvSpPr txBox="1"/>
          <p:nvPr/>
        </p:nvSpPr>
        <p:spPr>
          <a:xfrm>
            <a:off x="259087" y="1703443"/>
            <a:ext cx="609777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Domain: Warehouse</a:t>
            </a:r>
          </a:p>
          <a:p>
            <a:r>
              <a:rPr lang="en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Owner: Supply Chain</a:t>
            </a:r>
          </a:p>
          <a:p>
            <a:r>
              <a:rPr lang="en" sz="16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SoR</a:t>
            </a:r>
            <a:r>
              <a:rPr lang="en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WMS</a:t>
            </a:r>
          </a:p>
          <a:p>
            <a:endParaRPr lang="en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Entities:</a:t>
            </a:r>
          </a:p>
          <a:p>
            <a:r>
              <a:rPr lang="en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 Stock</a:t>
            </a:r>
          </a:p>
          <a:p>
            <a:r>
              <a:rPr lang="en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 Movement</a:t>
            </a:r>
          </a:p>
          <a:p>
            <a:r>
              <a:rPr lang="en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 Shipment</a:t>
            </a:r>
          </a:p>
          <a:p>
            <a:endParaRPr lang="en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 category</a:t>
            </a:r>
            <a:r>
              <a:rPr lang="en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Transaction</a:t>
            </a:r>
          </a:p>
          <a:p>
            <a:endParaRPr lang="en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Freshness:</a:t>
            </a:r>
          </a:p>
          <a:p>
            <a:r>
              <a:rPr lang="en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≤ 5 min</a:t>
            </a:r>
          </a:p>
          <a:p>
            <a:endParaRPr lang="en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Interface:</a:t>
            </a:r>
          </a:p>
          <a:p>
            <a:r>
              <a:rPr lang="en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Database / CDC / API</a:t>
            </a:r>
          </a:p>
          <a:p>
            <a:endParaRPr lang="en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Constraints:</a:t>
            </a:r>
          </a:p>
          <a:p>
            <a:r>
              <a:rPr lang="en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High OLTP load</a:t>
            </a:r>
            <a:endParaRPr lang="ru-RU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5FD0F89-F2CF-6613-9880-2193F422A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3752" y="1917700"/>
            <a:ext cx="4381500" cy="302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85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1"/>
      <p:bldP spid="4" grpId="0"/>
      <p:bldP spid="4" grpId="1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BECB0-61C8-3166-7FC8-BD8519A9B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6F06EE1-CCF3-E81F-5A23-3F0A5C3AD826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6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BE42E4A8-0017-4DC0-984C-7A49B7600CDB}"/>
              </a:ext>
            </a:extLst>
          </p:cNvPr>
          <p:cNvSpPr txBox="1">
            <a:spLocks/>
          </p:cNvSpPr>
          <p:nvPr/>
        </p:nvSpPr>
        <p:spPr>
          <a:xfrm>
            <a:off x="259087" y="983031"/>
            <a:ext cx="5836913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Типы</a:t>
            </a:r>
            <a:r>
              <a:rPr lang="ru-RU" dirty="0"/>
              <a:t> источников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062328-B372-871D-6BB5-7A3E530B64A9}"/>
              </a:ext>
            </a:extLst>
          </p:cNvPr>
          <p:cNvSpPr txBox="1"/>
          <p:nvPr/>
        </p:nvSpPr>
        <p:spPr>
          <a:xfrm>
            <a:off x="259087" y="1674674"/>
            <a:ext cx="60977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1.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Database</a:t>
            </a:r>
          </a:p>
          <a:p>
            <a:pPr lvl="1"/>
            <a:r>
              <a:rPr lang="ru-RU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PostgreSQL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Oracle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MS SQL</a:t>
            </a:r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ERP → </a:t>
            </a:r>
            <a:r>
              <a:rPr lang="ru-RU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PostgreSQL</a:t>
            </a:r>
            <a:endParaRPr lang="ru-RU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94AD6F-6205-5DDF-C2FF-41A20587EB05}"/>
              </a:ext>
            </a:extLst>
          </p:cNvPr>
          <p:cNvSpPr txBox="1"/>
          <p:nvPr/>
        </p:nvSpPr>
        <p:spPr>
          <a:xfrm>
            <a:off x="259087" y="2967335"/>
            <a:ext cx="60977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2.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API</a:t>
            </a:r>
          </a:p>
          <a:p>
            <a:pPr lvl="1"/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E-commerce</a:t>
            </a:r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→ REST API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→ Data Platform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FEED01-67AA-2F96-F5CE-E5CF322ED60B}"/>
              </a:ext>
            </a:extLst>
          </p:cNvPr>
          <p:cNvSpPr txBox="1"/>
          <p:nvPr/>
        </p:nvSpPr>
        <p:spPr>
          <a:xfrm>
            <a:off x="259087" y="3983951"/>
            <a:ext cx="60977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3.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Files</a:t>
            </a:r>
          </a:p>
          <a:p>
            <a:pPr lvl="1"/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Supplier</a:t>
            </a:r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→ </a:t>
            </a:r>
            <a:r>
              <a:rPr lang="en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CSV / Excel </a:t>
            </a:r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→ Data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Lake</a:t>
            </a:r>
            <a:endParaRPr lang="ru-RU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CF1787-70C9-7C3C-B7F7-5998D0CDBF6D}"/>
              </a:ext>
            </a:extLst>
          </p:cNvPr>
          <p:cNvSpPr txBox="1"/>
          <p:nvPr/>
        </p:nvSpPr>
        <p:spPr>
          <a:xfrm>
            <a:off x="259087" y="5000567"/>
            <a:ext cx="583691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4.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Events</a:t>
            </a:r>
          </a:p>
          <a:p>
            <a:pPr lvl="1"/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 / App</a:t>
            </a:r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→ </a:t>
            </a:r>
            <a:r>
              <a:rPr lang="en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Events </a:t>
            </a:r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→ 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Broker</a:t>
            </a:r>
            <a:endParaRPr lang="ru-RU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14A2DC-4AB2-7FF9-40FC-AA07F9AF9072}"/>
              </a:ext>
            </a:extLst>
          </p:cNvPr>
          <p:cNvSpPr txBox="1"/>
          <p:nvPr/>
        </p:nvSpPr>
        <p:spPr>
          <a:xfrm>
            <a:off x="259086" y="5934670"/>
            <a:ext cx="60977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5.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CDC</a:t>
            </a:r>
          </a:p>
          <a:p>
            <a:pPr lvl="1"/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PostgreSQL</a:t>
            </a:r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→ </a:t>
            </a:r>
            <a:r>
              <a:rPr lang="en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Change Log </a:t>
            </a:r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→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 Platform</a:t>
            </a:r>
            <a:endParaRPr lang="ru-RU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90317E8-C0EB-54D1-4EE2-29B274689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4424" y="2343950"/>
            <a:ext cx="3276600" cy="256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816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4AE93-CA93-9E4D-8152-015F4F09B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2CEE922-9BB9-12DC-D541-75D1A978C83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7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502CC7CA-E185-6D07-969E-5FBCC6C44C0E}"/>
              </a:ext>
            </a:extLst>
          </p:cNvPr>
          <p:cNvSpPr txBox="1">
            <a:spLocks/>
          </p:cNvSpPr>
          <p:nvPr/>
        </p:nvSpPr>
        <p:spPr>
          <a:xfrm>
            <a:off x="259087" y="983031"/>
            <a:ext cx="5960960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Выбор способа </a:t>
            </a:r>
            <a:r>
              <a:rPr lang="ru-RU" dirty="0"/>
              <a:t>интеграции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FBC137-7F1A-D80B-D478-62E19B7EC1C6}"/>
              </a:ext>
            </a:extLst>
          </p:cNvPr>
          <p:cNvSpPr txBox="1"/>
          <p:nvPr/>
        </p:nvSpPr>
        <p:spPr>
          <a:xfrm>
            <a:off x="106326" y="2299587"/>
            <a:ext cx="551688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Данные нужны?</a:t>
            </a:r>
          </a:p>
          <a:p>
            <a:pPr algn="ctr"/>
            <a:r>
              <a:rPr lang="ru-RU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</a:t>
            </a:r>
          </a:p>
          <a:p>
            <a:pPr algn="ctr"/>
            <a:r>
              <a:rPr lang="ru-RU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▼</a:t>
            </a:r>
          </a:p>
          <a:p>
            <a:pPr algn="ctr"/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Как часто?</a:t>
            </a:r>
          </a:p>
          <a:p>
            <a:pPr algn="ctr"/>
            <a:r>
              <a:rPr lang="ru-RU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</a:t>
            </a:r>
          </a:p>
          <a:p>
            <a:pPr algn="ctr"/>
            <a:r>
              <a:rPr lang="ru-RU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┌───────────┼───────────┐</a:t>
            </a:r>
          </a:p>
          <a:p>
            <a:pPr algn="ctr"/>
            <a:r>
              <a:rPr lang="ru-RU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▼           ▼           ▼</a:t>
            </a:r>
          </a:p>
          <a:p>
            <a:pPr algn="ctr"/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сутки       минуты      секунды</a:t>
            </a:r>
          </a:p>
          <a:p>
            <a:pPr algn="ctr"/>
            <a:r>
              <a:rPr lang="ru-RU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           │           │</a:t>
            </a:r>
          </a:p>
          <a:p>
            <a:pPr algn="ctr"/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Batch     Incremental  Streaming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 CDC</a:t>
            </a:r>
            <a:endParaRPr lang="ru-RU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585CDF8E-1136-94F5-62F2-0E06CBF20D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3535163"/>
              </p:ext>
            </p:extLst>
          </p:nvPr>
        </p:nvGraphicFramePr>
        <p:xfrm>
          <a:off x="259087" y="2086937"/>
          <a:ext cx="5695983" cy="4161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8503">
                  <a:extLst>
                    <a:ext uri="{9D8B030D-6E8A-4147-A177-3AD203B41FA5}">
                      <a16:colId xmlns:a16="http://schemas.microsoft.com/office/drawing/2014/main" val="286826381"/>
                    </a:ext>
                  </a:extLst>
                </a:gridCol>
                <a:gridCol w="2527480">
                  <a:extLst>
                    <a:ext uri="{9D8B030D-6E8A-4147-A177-3AD203B41FA5}">
                      <a16:colId xmlns:a16="http://schemas.microsoft.com/office/drawing/2014/main" val="432926984"/>
                    </a:ext>
                  </a:extLst>
                </a:gridCol>
              </a:tblGrid>
              <a:tr h="301304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spcBef>
                          <a:spcPts val="375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ru-RU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Ситуация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spcBef>
                          <a:spcPts val="375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ru-RU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Возможный подход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285408"/>
                  </a:ext>
                </a:extLst>
              </a:tr>
              <a:tr h="513989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spcBef>
                          <a:spcPts val="375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ru-RU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Небольшая таблица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spcBef>
                          <a:spcPts val="375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ru-RU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Full </a:t>
                      </a:r>
                      <a:r>
                        <a:rPr lang="ru-RU" sz="18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load</a:t>
                      </a:r>
                      <a:endParaRPr lang="ru-RU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792499"/>
                  </a:ext>
                </a:extLst>
              </a:tr>
              <a:tr h="301304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spcBef>
                          <a:spcPts val="375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ru-RU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Есть </a:t>
                      </a:r>
                      <a:r>
                        <a:rPr lang="ru-RU" sz="18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updated_at</a:t>
                      </a:r>
                      <a:endParaRPr lang="ru-RU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spcBef>
                          <a:spcPts val="375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ru-RU" sz="18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Incremental</a:t>
                      </a:r>
                      <a:endParaRPr lang="ru-RU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2565138"/>
                  </a:ext>
                </a:extLst>
              </a:tr>
              <a:tr h="513989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spcBef>
                          <a:spcPts val="375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ru-RU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Нужны DELETE/UPDATE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spcBef>
                          <a:spcPts val="375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ru-RU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CDC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809038"/>
                  </a:ext>
                </a:extLst>
              </a:tr>
              <a:tr h="513989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spcBef>
                          <a:spcPts val="375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ru-RU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Источник предоставляет API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spcBef>
                          <a:spcPts val="375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ru-RU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API </a:t>
                      </a:r>
                      <a:r>
                        <a:rPr lang="ru-RU" sz="18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ingestion</a:t>
                      </a:r>
                      <a:endParaRPr lang="ru-RU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9627731"/>
                  </a:ext>
                </a:extLst>
              </a:tr>
              <a:tr h="726674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spcBef>
                          <a:spcPts val="375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ru-RU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Источник генерирует события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spcBef>
                          <a:spcPts val="375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ru-RU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Event/</a:t>
                      </a:r>
                      <a:r>
                        <a:rPr lang="ru-RU" sz="18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streaming</a:t>
                      </a:r>
                      <a:endParaRPr lang="ru-RU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8541221"/>
                  </a:ext>
                </a:extLst>
              </a:tr>
              <a:tr h="726674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spcBef>
                          <a:spcPts val="375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ru-RU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Большие исторические объёмы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spcBef>
                          <a:spcPts val="375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ru-RU" sz="18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Bulk</a:t>
                      </a:r>
                      <a:r>
                        <a:rPr lang="ru-RU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+ </a:t>
                      </a:r>
                      <a:r>
                        <a:rPr lang="ru-RU" sz="18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incremental</a:t>
                      </a:r>
                      <a:endParaRPr lang="ru-RU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416792"/>
                  </a:ext>
                </a:extLst>
              </a:tr>
              <a:tr h="301304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spcBef>
                          <a:spcPts val="375"/>
                        </a:spcBef>
                        <a:spcAft>
                          <a:spcPts val="750"/>
                        </a:spcAft>
                        <a:buNone/>
                      </a:pPr>
                      <a:endParaRPr lang="ru-RU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spcBef>
                          <a:spcPts val="375"/>
                        </a:spcBef>
                        <a:spcAft>
                          <a:spcPts val="750"/>
                        </a:spcAft>
                        <a:buNone/>
                      </a:pPr>
                      <a:endParaRPr lang="ru-RU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2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6891304"/>
                  </a:ext>
                </a:extLst>
              </a:tr>
            </a:tbl>
          </a:graphicData>
        </a:graphic>
      </p:graphicFrame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3E5E5CE-DAB4-6D14-63E8-6733CD2ECB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1745" y="1854200"/>
            <a:ext cx="3848100" cy="314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15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1"/>
      <p:bldP spid="6" grpId="0"/>
      <p:bldP spid="6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DD680-287D-39D2-3EC0-10F48574C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7DF4ED8-F97B-F12E-9DC0-96E25C8CE9F8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8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F3AABC98-6A14-B8C0-729F-DEC7DD11775B}"/>
              </a:ext>
            </a:extLst>
          </p:cNvPr>
          <p:cNvSpPr txBox="1">
            <a:spLocks/>
          </p:cNvSpPr>
          <p:nvPr/>
        </p:nvSpPr>
        <p:spPr>
          <a:xfrm>
            <a:off x="259087" y="983031"/>
            <a:ext cx="5960960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С</a:t>
            </a:r>
            <a:r>
              <a:rPr lang="en-US" dirty="0">
                <a:solidFill>
                  <a:schemeClr val="bg1"/>
                </a:solidFill>
              </a:rPr>
              <a:t>DC </a:t>
            </a:r>
            <a:r>
              <a:rPr lang="ru-RU" dirty="0">
                <a:solidFill>
                  <a:schemeClr val="bg1"/>
                </a:solidFill>
              </a:rPr>
              <a:t>(</a:t>
            </a:r>
            <a:r>
              <a:rPr lang="ru-RU" dirty="0">
                <a:solidFill>
                  <a:srgbClr val="FF0000"/>
                </a:solidFill>
              </a:rPr>
              <a:t>захват изменений</a:t>
            </a:r>
            <a:r>
              <a:rPr lang="ru-RU" dirty="0">
                <a:solidFill>
                  <a:schemeClr val="bg1"/>
                </a:solidFill>
              </a:rPr>
              <a:t>)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37C085-2E49-CB0B-E4EB-11D1996A96AB}"/>
              </a:ext>
            </a:extLst>
          </p:cNvPr>
          <p:cNvSpPr txBox="1"/>
          <p:nvPr/>
        </p:nvSpPr>
        <p:spPr>
          <a:xfrm>
            <a:off x="95693" y="1725429"/>
            <a:ext cx="551688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ERP(</a:t>
            </a:r>
            <a:r>
              <a:rPr lang="ru-RU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PostgreSQL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algn="ctr"/>
            <a:r>
              <a:rPr lang="ru-RU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 </a:t>
            </a:r>
          </a:p>
          <a:p>
            <a:pPr algn="ctr"/>
            <a:r>
              <a:rPr lang="ru-RU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│ INSERT </a:t>
            </a:r>
          </a:p>
          <a:p>
            <a:pPr algn="ctr"/>
            <a:r>
              <a:rPr lang="ru-RU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│ UPDATE </a:t>
            </a:r>
          </a:p>
          <a:p>
            <a:pPr algn="ctr"/>
            <a:r>
              <a:rPr lang="ru-RU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│ DELETE </a:t>
            </a:r>
          </a:p>
          <a:p>
            <a:pPr algn="ctr"/>
            <a:r>
              <a:rPr lang="ru-RU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▼ </a:t>
            </a:r>
          </a:p>
          <a:p>
            <a:pPr algn="ctr"/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Change </a:t>
            </a:r>
            <a:r>
              <a:rPr lang="ru-RU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</a:t>
            </a:r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algn="ctr"/>
            <a:r>
              <a:rPr lang="ru-RU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 </a:t>
            </a:r>
          </a:p>
          <a:p>
            <a:pPr algn="ctr"/>
            <a:r>
              <a:rPr lang="ru-RU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▼ </a:t>
            </a:r>
          </a:p>
          <a:p>
            <a:pPr algn="ctr"/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Consumer </a:t>
            </a:r>
          </a:p>
          <a:p>
            <a:pPr algn="ctr"/>
            <a:r>
              <a:rPr lang="ru-RU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│</a:t>
            </a:r>
          </a:p>
          <a:p>
            <a:pPr algn="ctr"/>
            <a:r>
              <a:rPr lang="ru-RU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▼ </a:t>
            </a:r>
          </a:p>
          <a:p>
            <a:pPr algn="ctr"/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 Platform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FD9E21F-7434-0988-36F6-BCAD52DE8B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9678" y="1950720"/>
            <a:ext cx="3162300" cy="279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891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1"/>
      <p:bldP spid="6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3F25C-4776-2BB6-58AA-B942AAA6E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1712049-BF45-A142-C1C6-C4FF726AF26E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9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E61A14D5-67BC-4AA5-75EE-5622DE008CB8}"/>
              </a:ext>
            </a:extLst>
          </p:cNvPr>
          <p:cNvSpPr txBox="1">
            <a:spLocks/>
          </p:cNvSpPr>
          <p:nvPr/>
        </p:nvSpPr>
        <p:spPr>
          <a:xfrm>
            <a:off x="259087" y="983031"/>
            <a:ext cx="5960960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Source </a:t>
            </a:r>
            <a:r>
              <a:rPr lang="ru-RU" dirty="0" err="1">
                <a:solidFill>
                  <a:schemeClr val="bg1"/>
                </a:solidFill>
              </a:rPr>
              <a:t>of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Record</a:t>
            </a:r>
            <a:r>
              <a:rPr lang="en-US" dirty="0"/>
              <a:t> (</a:t>
            </a:r>
            <a:r>
              <a:rPr lang="ru-RU" dirty="0"/>
              <a:t>источник истины)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5A48F0-DFC1-C227-62F9-41666B053FC8}"/>
              </a:ext>
            </a:extLst>
          </p:cNvPr>
          <p:cNvSpPr txBox="1"/>
          <p:nvPr/>
        </p:nvSpPr>
        <p:spPr>
          <a:xfrm>
            <a:off x="259087" y="2086936"/>
            <a:ext cx="551688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ERP: Product 123 → </a:t>
            </a:r>
            <a:r>
              <a:rPr lang="ru-RU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price</a:t>
            </a:r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ru-RU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100</a:t>
            </a:r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E-commerce</a:t>
            </a:r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Product 123 → </a:t>
            </a:r>
            <a:r>
              <a:rPr lang="ru-RU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price</a:t>
            </a:r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ru-RU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105</a:t>
            </a:r>
            <a:endParaRPr 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Redis</a:t>
            </a:r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Product 123 → </a:t>
            </a:r>
            <a:r>
              <a:rPr lang="ru-RU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price</a:t>
            </a:r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ru-RU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9EE5A7-5259-2289-3C4D-83BE7C7ABE32}"/>
              </a:ext>
            </a:extLst>
          </p:cNvPr>
          <p:cNvSpPr txBox="1"/>
          <p:nvPr/>
        </p:nvSpPr>
        <p:spPr>
          <a:xfrm>
            <a:off x="259087" y="3934397"/>
            <a:ext cx="55168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 master </a:t>
            </a:r>
            <a:r>
              <a:rPr lang="e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→</a:t>
            </a:r>
            <a:r>
              <a:rPr lang="en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ERP</a:t>
            </a:r>
          </a:p>
          <a:p>
            <a:r>
              <a:rPr lang="en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Stock          </a:t>
            </a:r>
            <a:r>
              <a:rPr lang="e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→</a:t>
            </a:r>
            <a:r>
              <a:rPr lang="en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WMS</a:t>
            </a:r>
          </a:p>
          <a:p>
            <a:r>
              <a:rPr lang="en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          </a:t>
            </a:r>
            <a:r>
              <a:rPr lang="e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→</a:t>
            </a:r>
            <a:r>
              <a:rPr lang="en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E-commerce</a:t>
            </a:r>
          </a:p>
          <a:p>
            <a:r>
              <a:rPr lang="en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Customer       </a:t>
            </a:r>
            <a:r>
              <a:rPr lang="e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→</a:t>
            </a:r>
            <a:r>
              <a:rPr lang="en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Loyalty</a:t>
            </a:r>
            <a:endParaRPr lang="ru-RU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1579AF0-68ED-1480-7102-5A511B946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9173" y="1765961"/>
            <a:ext cx="3390900" cy="276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033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1"/>
      <p:bldP spid="6" grpId="0"/>
      <p:bldP spid="6" grpId="1"/>
      <p:bldP spid="3" grpId="0"/>
      <p:bldP spid="3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D68A6-20CC-3C9B-4FD8-2B01FB9CD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2FB4988-BB4B-7E8E-ECF1-5A6240B4B95C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10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529537FD-285E-5EAA-79D3-1CC8EA5261F4}"/>
              </a:ext>
            </a:extLst>
          </p:cNvPr>
          <p:cNvSpPr txBox="1">
            <a:spLocks/>
          </p:cNvSpPr>
          <p:nvPr/>
        </p:nvSpPr>
        <p:spPr>
          <a:xfrm>
            <a:off x="259087" y="983031"/>
            <a:ext cx="5836913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Типовые проблемы </a:t>
            </a:r>
            <a:r>
              <a:rPr lang="ru-RU" dirty="0"/>
              <a:t>источников</a:t>
            </a:r>
          </a:p>
        </p:txBody>
      </p:sp>
      <p:sp>
        <p:nvSpPr>
          <p:cNvPr id="3" name="Текст 4">
            <a:extLst>
              <a:ext uri="{FF2B5EF4-FFF2-40B4-BE49-F238E27FC236}">
                <a16:creationId xmlns:a16="http://schemas.microsoft.com/office/drawing/2014/main" id="{7C5B58C6-7454-ECC7-C588-FBE77DE40510}"/>
              </a:ext>
            </a:extLst>
          </p:cNvPr>
          <p:cNvSpPr txBox="1">
            <a:spLocks/>
          </p:cNvSpPr>
          <p:nvPr/>
        </p:nvSpPr>
        <p:spPr>
          <a:xfrm>
            <a:off x="259087" y="2189487"/>
            <a:ext cx="5427437" cy="7647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Нагрузка</a:t>
            </a:r>
          </a:p>
          <a:p>
            <a:r>
              <a:rPr lang="ru-RU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SELECT * FROM </a:t>
            </a:r>
            <a:r>
              <a:rPr lang="ru-RU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orders</a:t>
            </a:r>
            <a:r>
              <a:rPr lang="ru-RU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ru-RU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ECCCEF-6328-F224-E1CE-CBC55D0F493E}"/>
              </a:ext>
            </a:extLst>
          </p:cNvPr>
          <p:cNvSpPr txBox="1"/>
          <p:nvPr/>
        </p:nvSpPr>
        <p:spPr>
          <a:xfrm>
            <a:off x="259087" y="2888064"/>
            <a:ext cx="54274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Изменения схемы</a:t>
            </a:r>
          </a:p>
          <a:p>
            <a:pPr algn="just"/>
            <a:r>
              <a:rPr lang="en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</a:p>
          <a:p>
            <a:pPr algn="just"/>
            <a:r>
              <a:rPr lang="en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amount</a:t>
            </a:r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→ </a:t>
            </a:r>
            <a:r>
              <a:rPr lang="en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amount</a:t>
            </a:r>
          </a:p>
          <a:p>
            <a:pPr algn="just"/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</a:t>
            </a:r>
            <a:r>
              <a:rPr lang="en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currency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BDCFE29-2023-F4C5-5B6F-8C81FD57CBB9}"/>
              </a:ext>
            </a:extLst>
          </p:cNvPr>
          <p:cNvSpPr txBox="1"/>
          <p:nvPr/>
        </p:nvSpPr>
        <p:spPr>
          <a:xfrm>
            <a:off x="259087" y="4126870"/>
            <a:ext cx="54274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Удаление данных.</a:t>
            </a:r>
            <a:br>
              <a:rPr lang="ru-RU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Удаление не всегда видно через простой </a:t>
            </a:r>
            <a:r>
              <a:rPr lang="ru-RU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incremental</a:t>
            </a:r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load</a:t>
            </a:r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u-RU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E785F192-0764-FC1D-D839-7682C736DF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1599"/>
          <a:stretch>
            <a:fillRect/>
          </a:stretch>
        </p:blipFill>
        <p:spPr>
          <a:xfrm>
            <a:off x="7876147" y="1480124"/>
            <a:ext cx="2755446" cy="3319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404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2"/>
      <p:bldP spid="3" grpId="0"/>
      <p:bldP spid="6" grpId="0"/>
      <p:bldP spid="2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549A7-44D4-06CE-54F9-9AF7CC471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5A7C53E-6490-16E3-3C08-052F209ED34E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11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00F198FE-903B-21D5-DEFA-58E553502CD4}"/>
              </a:ext>
            </a:extLst>
          </p:cNvPr>
          <p:cNvSpPr txBox="1">
            <a:spLocks/>
          </p:cNvSpPr>
          <p:nvPr/>
        </p:nvSpPr>
        <p:spPr>
          <a:xfrm>
            <a:off x="259087" y="983032"/>
            <a:ext cx="5836913" cy="489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000" dirty="0">
                <a:solidFill>
                  <a:schemeClr val="bg1"/>
                </a:solidFill>
              </a:rPr>
              <a:t>Практика</a:t>
            </a:r>
            <a:endParaRPr lang="ru-RU" sz="3000" dirty="0">
              <a:solidFill>
                <a:srgbClr val="FF0000"/>
              </a:solidFill>
            </a:endParaRPr>
          </a:p>
        </p:txBody>
      </p:sp>
      <p:sp>
        <p:nvSpPr>
          <p:cNvPr id="3" name="Текст 4">
            <a:extLst>
              <a:ext uri="{FF2B5EF4-FFF2-40B4-BE49-F238E27FC236}">
                <a16:creationId xmlns:a16="http://schemas.microsoft.com/office/drawing/2014/main" id="{B669DF36-85F0-C6B8-25DC-E6CE1DE5C80D}"/>
              </a:ext>
            </a:extLst>
          </p:cNvPr>
          <p:cNvSpPr txBox="1">
            <a:spLocks/>
          </p:cNvSpPr>
          <p:nvPr/>
        </p:nvSpPr>
        <p:spPr>
          <a:xfrm>
            <a:off x="259086" y="1472432"/>
            <a:ext cx="2930682" cy="13451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+mn-lt"/>
              </a:rPr>
              <a:t>Есть интернет-магазин ритейлера.</a:t>
            </a:r>
          </a:p>
          <a:p>
            <a:r>
              <a:rPr lang="ru-RU" dirty="0">
                <a:latin typeface="+mn-lt"/>
              </a:rPr>
              <a:t>Заказы хранятся в </a:t>
            </a:r>
            <a:r>
              <a:rPr lang="ru-RU" b="1" dirty="0" err="1">
                <a:latin typeface="+mn-lt"/>
              </a:rPr>
              <a:t>PostgreSQL</a:t>
            </a:r>
            <a:r>
              <a:rPr lang="ru-RU" dirty="0">
                <a:latin typeface="+mn-lt"/>
              </a:rPr>
              <a:t>.</a:t>
            </a:r>
          </a:p>
        </p:txBody>
      </p:sp>
      <p:sp>
        <p:nvSpPr>
          <p:cNvPr id="4" name="Текст 4">
            <a:extLst>
              <a:ext uri="{FF2B5EF4-FFF2-40B4-BE49-F238E27FC236}">
                <a16:creationId xmlns:a16="http://schemas.microsoft.com/office/drawing/2014/main" id="{5F384AC1-AC66-A4E3-55C1-300B1FCE39BC}"/>
              </a:ext>
            </a:extLst>
          </p:cNvPr>
          <p:cNvSpPr txBox="1">
            <a:spLocks/>
          </p:cNvSpPr>
          <p:nvPr/>
        </p:nvSpPr>
        <p:spPr>
          <a:xfrm>
            <a:off x="3189768" y="983032"/>
            <a:ext cx="2509283" cy="17650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Таблица</a:t>
            </a:r>
            <a:r>
              <a:rPr lang="e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orders</a:t>
            </a:r>
            <a:r>
              <a:rPr lang="ru-RU" sz="1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id </a:t>
            </a:r>
            <a:endParaRPr lang="ru-RU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customer_id</a:t>
            </a:r>
            <a:r>
              <a:rPr lang="e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created_at</a:t>
            </a:r>
            <a:r>
              <a:rPr lang="e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updated_at</a:t>
            </a:r>
            <a:r>
              <a:rPr lang="e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status </a:t>
            </a:r>
          </a:p>
          <a:p>
            <a:r>
              <a:rPr lang="e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amount</a:t>
            </a:r>
            <a:endParaRPr lang="ru-RU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0CBA4E-A3D0-9FF5-8340-4D03C7E6BFB8}"/>
              </a:ext>
            </a:extLst>
          </p:cNvPr>
          <p:cNvSpPr txBox="1"/>
          <p:nvPr/>
        </p:nvSpPr>
        <p:spPr>
          <a:xfrm>
            <a:off x="259086" y="3237487"/>
            <a:ext cx="583691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buNone/>
            </a:pPr>
            <a:r>
              <a:rPr lang="ru-RU" sz="1800" b="0" i="0" dirty="0">
                <a:solidFill>
                  <a:schemeClr val="bg1"/>
                </a:solidFill>
                <a:effectLst/>
                <a:latin typeface="+mn-lt"/>
              </a:rPr>
              <a:t>В таблице 20 млн заказов.</a:t>
            </a:r>
          </a:p>
          <a:p>
            <a:pPr marL="0" marR="0" indent="0" algn="l">
              <a:lnSpc>
                <a:spcPct val="100000"/>
              </a:lnSpc>
              <a:buNone/>
            </a:pPr>
            <a:r>
              <a:rPr lang="ru-RU" sz="1800" b="0" i="0" dirty="0">
                <a:solidFill>
                  <a:schemeClr val="bg1"/>
                </a:solidFill>
                <a:effectLst/>
                <a:latin typeface="+mn-lt"/>
              </a:rPr>
              <a:t>Каждый день появляется примерно 100 000 новых заказов.</a:t>
            </a:r>
          </a:p>
          <a:p>
            <a:pPr marL="0" marR="0" indent="0" algn="l">
              <a:lnSpc>
                <a:spcPct val="100000"/>
              </a:lnSpc>
              <a:buNone/>
            </a:pPr>
            <a:r>
              <a:rPr lang="ru-RU" sz="1800" b="0" i="0" dirty="0">
                <a:solidFill>
                  <a:schemeClr val="bg1"/>
                </a:solidFill>
                <a:effectLst/>
                <a:latin typeface="+mn-lt"/>
              </a:rPr>
              <a:t>Заказы могут:</a:t>
            </a:r>
          </a:p>
          <a:p>
            <a:pPr marL="285750" marR="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bg1"/>
                </a:solidFill>
                <a:effectLst/>
                <a:latin typeface="+mn-lt"/>
              </a:rPr>
              <a:t>создаваться;</a:t>
            </a:r>
          </a:p>
          <a:p>
            <a:pPr marL="285750" marR="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bg1"/>
                </a:solidFill>
                <a:effectLst/>
                <a:latin typeface="+mn-lt"/>
              </a:rPr>
              <a:t>изменять статус;</a:t>
            </a:r>
          </a:p>
          <a:p>
            <a:pPr marL="285750" marR="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chemeClr val="bg1"/>
                </a:solidFill>
                <a:effectLst/>
                <a:latin typeface="+mn-lt"/>
              </a:rPr>
              <a:t>отменяться.</a:t>
            </a:r>
          </a:p>
          <a:p>
            <a:pPr marL="0" marR="0" indent="0" algn="l">
              <a:lnSpc>
                <a:spcPct val="100000"/>
              </a:lnSpc>
              <a:buNone/>
            </a:pPr>
            <a:r>
              <a:rPr lang="ru-RU" sz="1800" b="0" i="0" dirty="0">
                <a:solidFill>
                  <a:schemeClr val="bg1"/>
                </a:solidFill>
                <a:effectLst/>
                <a:latin typeface="+mn-lt"/>
              </a:rPr>
              <a:t>Аналитика должна видеть изменения не позднее чем через 10 минут.</a:t>
            </a:r>
          </a:p>
          <a:p>
            <a:pPr marL="0" marR="0" indent="0" algn="l">
              <a:lnSpc>
                <a:spcPct val="100000"/>
              </a:lnSpc>
              <a:buNone/>
            </a:pPr>
            <a:r>
              <a:rPr lang="ru-RU" sz="1800" b="0" i="0" dirty="0">
                <a:solidFill>
                  <a:schemeClr val="bg1"/>
                </a:solidFill>
                <a:effectLst/>
                <a:latin typeface="+mn-lt"/>
              </a:rPr>
              <a:t>При этом </a:t>
            </a:r>
            <a:r>
              <a:rPr lang="en" sz="1800" b="0" i="0" dirty="0">
                <a:solidFill>
                  <a:schemeClr val="bg1"/>
                </a:solidFill>
                <a:effectLst/>
                <a:latin typeface="+mn-lt"/>
              </a:rPr>
              <a:t>PostgreSQL — production-</a:t>
            </a:r>
            <a:r>
              <a:rPr lang="ru-RU" sz="1800" b="0" i="0" dirty="0">
                <a:solidFill>
                  <a:schemeClr val="bg1"/>
                </a:solidFill>
                <a:effectLst/>
                <a:latin typeface="+mn-lt"/>
              </a:rPr>
              <a:t>система, и нельзя создавать большую нагрузку на неё.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F60F55-5E4C-8875-7952-1355DEF4589F}"/>
              </a:ext>
            </a:extLst>
          </p:cNvPr>
          <p:cNvSpPr txBox="1"/>
          <p:nvPr/>
        </p:nvSpPr>
        <p:spPr>
          <a:xfrm>
            <a:off x="6170427" y="4733885"/>
            <a:ext cx="6134986" cy="1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Ответьте на </a:t>
            </a:r>
            <a:r>
              <a:rPr lang="ru-RU" b="1" dirty="0">
                <a:solidFill>
                  <a:srgbClr val="FF0000"/>
                </a:solidFill>
              </a:rPr>
              <a:t>вопросы</a:t>
            </a:r>
            <a:r>
              <a:rPr lang="ru-RU" b="1" dirty="0">
                <a:solidFill>
                  <a:schemeClr val="bg1"/>
                </a:solidFill>
              </a:rPr>
              <a:t>:</a:t>
            </a:r>
          </a:p>
          <a:p>
            <a:r>
              <a:rPr lang="ru-RU" b="1" dirty="0">
                <a:solidFill>
                  <a:schemeClr val="bg1"/>
                </a:solidFill>
              </a:rPr>
              <a:t>Как забрать данные?</a:t>
            </a:r>
          </a:p>
          <a:p>
            <a:r>
              <a:rPr lang="ru-RU" b="1" dirty="0">
                <a:solidFill>
                  <a:schemeClr val="bg1"/>
                </a:solidFill>
              </a:rPr>
              <a:t>Что именно будет передаваться?</a:t>
            </a:r>
          </a:p>
          <a:p>
            <a:r>
              <a:rPr lang="ru-RU" b="1" dirty="0">
                <a:solidFill>
                  <a:schemeClr val="bg1"/>
                </a:solidFill>
              </a:rPr>
              <a:t>А что делать с этими изменениями?</a:t>
            </a:r>
          </a:p>
          <a:p>
            <a:r>
              <a:rPr lang="ru-RU" b="1" dirty="0">
                <a:solidFill>
                  <a:schemeClr val="bg1"/>
                </a:solidFill>
              </a:rPr>
              <a:t>Что может пойти не так?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969816A-2945-45DA-D977-66EABC0098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9340" y="536800"/>
            <a:ext cx="3352800" cy="307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338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4A783FD0-BBE8-4875-9626-875053FAC5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6606" y="4976038"/>
            <a:ext cx="8162873" cy="1449396"/>
          </a:xfrm>
        </p:spPr>
        <p:txBody>
          <a:bodyPr>
            <a:normAutofit/>
          </a:bodyPr>
          <a:lstStyle/>
          <a:p>
            <a:r>
              <a:rPr lang="ru-RU" dirty="0"/>
              <a:t>Время делать </a:t>
            </a:r>
          </a:p>
          <a:p>
            <a:r>
              <a:rPr lang="ru-RU" dirty="0">
                <a:solidFill>
                  <a:schemeClr val="bg1"/>
                </a:solidFill>
              </a:rPr>
              <a:t>без предела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09A2A9-D55D-44C0-852A-7560F928AA4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0316320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1379</TotalTime>
  <Words>1087</Words>
  <Application>Microsoft Macintosh PowerPoint</Application>
  <PresentationFormat>Широкоэкранный</PresentationFormat>
  <Paragraphs>314</Paragraphs>
  <Slides>12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9" baseType="lpstr">
      <vt:lpstr>Arial</vt:lpstr>
      <vt:lpstr>Arial Black</vt:lpstr>
      <vt:lpstr>Calibri</vt:lpstr>
      <vt:lpstr>Calibri Light</vt:lpstr>
      <vt:lpstr>Courier New</vt:lpstr>
      <vt:lpstr>Open Sans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Гальбинский Владимир Александрович</dc:creator>
  <cp:lastModifiedBy>Гальбинский Владимир Александрович</cp:lastModifiedBy>
  <cp:revision>91</cp:revision>
  <dcterms:created xsi:type="dcterms:W3CDTF">2025-08-19T06:56:36Z</dcterms:created>
  <dcterms:modified xsi:type="dcterms:W3CDTF">2026-10-01T14:32:13Z</dcterms:modified>
</cp:coreProperties>
</file>